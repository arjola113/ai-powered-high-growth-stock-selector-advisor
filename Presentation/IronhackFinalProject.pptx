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72" r:id="rId9"/>
    <p:sldId id="271" r:id="rId10"/>
    <p:sldId id="267" r:id="rId11"/>
    <p:sldId id="274" r:id="rId12"/>
    <p:sldId id="275" r:id="rId13"/>
    <p:sldId id="276" r:id="rId14"/>
    <p:sldId id="261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62" r:id="rId24"/>
    <p:sldId id="285" r:id="rId25"/>
    <p:sldId id="286" r:id="rId26"/>
    <p:sldId id="287" r:id="rId27"/>
    <p:sldId id="265" r:id="rId28"/>
    <p:sldId id="266" r:id="rId2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57098-F1C1-49C4-B79B-D6777E7C92D3}" v="3" dt="2026-04-15T12:49:04.034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ola Arapi-Gjini" userId="4a6bbe5004b7e73c" providerId="LiveId" clId="{68B0683A-A87C-4E01-A88F-77626396451B}"/>
    <pc:docChg chg="undo redo custSel addSld delSld modSld sldOrd addSection delSection">
      <pc:chgData name="Arjola Arapi-Gjini" userId="4a6bbe5004b7e73c" providerId="LiveId" clId="{68B0683A-A87C-4E01-A88F-77626396451B}" dt="2026-04-17T12:16:29.859" v="3238" actId="20577"/>
      <pc:docMkLst>
        <pc:docMk/>
      </pc:docMkLst>
      <pc:sldChg chg="modSp mod">
        <pc:chgData name="Arjola Arapi-Gjini" userId="4a6bbe5004b7e73c" providerId="LiveId" clId="{68B0683A-A87C-4E01-A88F-77626396451B}" dt="2026-04-17T08:37:33.306" v="3102" actId="20577"/>
        <pc:sldMkLst>
          <pc:docMk/>
          <pc:sldMk cId="0" sldId="256"/>
        </pc:sldMkLst>
        <pc:spChg chg="mod">
          <ac:chgData name="Arjola Arapi-Gjini" userId="4a6bbe5004b7e73c" providerId="LiveId" clId="{68B0683A-A87C-4E01-A88F-77626396451B}" dt="2026-04-17T08:37:33.306" v="3102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Arjola Arapi-Gjini" userId="4a6bbe5004b7e73c" providerId="LiveId" clId="{68B0683A-A87C-4E01-A88F-77626396451B}" dt="2026-04-17T12:16:29.859" v="3238" actId="20577"/>
        <pc:sldMkLst>
          <pc:docMk/>
          <pc:sldMk cId="0" sldId="257"/>
        </pc:sldMkLst>
        <pc:spChg chg="mod">
          <ac:chgData name="Arjola Arapi-Gjini" userId="4a6bbe5004b7e73c" providerId="LiveId" clId="{68B0683A-A87C-4E01-A88F-77626396451B}" dt="2026-04-17T12:16:29.859" v="323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12:11:25.625" v="3218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Arjola Arapi-Gjini" userId="4a6bbe5004b7e73c" providerId="LiveId" clId="{68B0683A-A87C-4E01-A88F-77626396451B}" dt="2026-04-17T09:07:44.573" v="3115" actId="20577"/>
        <pc:sldMkLst>
          <pc:docMk/>
          <pc:sldMk cId="0" sldId="258"/>
        </pc:sldMkLst>
        <pc:spChg chg="mod">
          <ac:chgData name="Arjola Arapi-Gjini" userId="4a6bbe5004b7e73c" providerId="LiveId" clId="{68B0683A-A87C-4E01-A88F-77626396451B}" dt="2026-04-17T09:07:31.753" v="3106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47:03.926" v="2689" actId="2057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09:07:44.573" v="3115" actId="20577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Arjola Arapi-Gjini" userId="4a6bbe5004b7e73c" providerId="LiveId" clId="{68B0683A-A87C-4E01-A88F-77626396451B}" dt="2026-04-16T07:32:58.770" v="443" actId="20577"/>
        <pc:sldMkLst>
          <pc:docMk/>
          <pc:sldMk cId="0" sldId="259"/>
        </pc:sldMkLst>
        <pc:spChg chg="mod">
          <ac:chgData name="Arjola Arapi-Gjini" userId="4a6bbe5004b7e73c" providerId="LiveId" clId="{68B0683A-A87C-4E01-A88F-77626396451B}" dt="2026-04-15T13:08:43.397" v="194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07:32:58.770" v="443" actId="20577"/>
          <ac:spMkLst>
            <pc:docMk/>
            <pc:sldMk cId="0" sldId="259"/>
            <ac:spMk id="12" creationId="{00000000-0000-0000-0000-000000000000}"/>
          </ac:spMkLst>
        </pc:spChg>
      </pc:sldChg>
      <pc:sldChg chg="addSp modSp mod">
        <pc:chgData name="Arjola Arapi-Gjini" userId="4a6bbe5004b7e73c" providerId="LiveId" clId="{68B0683A-A87C-4E01-A88F-77626396451B}" dt="2026-04-16T14:27:49.849" v="2379" actId="20577"/>
        <pc:sldMkLst>
          <pc:docMk/>
          <pc:sldMk cId="0" sldId="261"/>
        </pc:sldMkLst>
        <pc:spChg chg="mod">
          <ac:chgData name="Arjola Arapi-Gjini" userId="4a6bbe5004b7e73c" providerId="LiveId" clId="{68B0683A-A87C-4E01-A88F-77626396451B}" dt="2026-04-16T07:52:17.410" v="455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15:33.285" v="1949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14:43.170" v="1939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17:19.932" v="2005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3:48:23.297" v="1896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18:08.985" v="2040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21:53.174" v="2209" actId="1410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01:43.958" v="1938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26:37.361" v="2342" actId="1410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22:05.609" v="2221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24:15.237" v="2269" actId="2057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26:07.948" v="2335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26:42.758" v="2343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6T14:26:49.697" v="2344" actId="1076"/>
          <ac:spMkLst>
            <pc:docMk/>
            <pc:sldMk cId="0" sldId="261"/>
            <ac:spMk id="24" creationId="{00000000-0000-0000-0000-000000000000}"/>
          </ac:spMkLst>
        </pc:spChg>
        <pc:spChg chg="add">
          <ac:chgData name="Arjola Arapi-Gjini" userId="4a6bbe5004b7e73c" providerId="LiveId" clId="{68B0683A-A87C-4E01-A88F-77626396451B}" dt="2026-04-16T13:37:13.377" v="1380"/>
          <ac:spMkLst>
            <pc:docMk/>
            <pc:sldMk cId="0" sldId="261"/>
            <ac:spMk id="25" creationId="{BB6A1434-4E1B-AAF4-0914-0977E9C9575D}"/>
          </ac:spMkLst>
        </pc:spChg>
        <pc:spChg chg="add mod">
          <ac:chgData name="Arjola Arapi-Gjini" userId="4a6bbe5004b7e73c" providerId="LiveId" clId="{68B0683A-A87C-4E01-A88F-77626396451B}" dt="2026-04-16T13:38:49.027" v="1439"/>
          <ac:spMkLst>
            <pc:docMk/>
            <pc:sldMk cId="0" sldId="261"/>
            <ac:spMk id="26" creationId="{3084525D-BD6D-A8FD-07BC-808EAF9D8FEB}"/>
          </ac:spMkLst>
        </pc:spChg>
        <pc:spChg chg="add mod">
          <ac:chgData name="Arjola Arapi-Gjini" userId="4a6bbe5004b7e73c" providerId="LiveId" clId="{68B0683A-A87C-4E01-A88F-77626396451B}" dt="2026-04-16T13:38:47.692" v="1437"/>
          <ac:spMkLst>
            <pc:docMk/>
            <pc:sldMk cId="0" sldId="261"/>
            <ac:spMk id="27" creationId="{07A21966-BBC7-905C-A142-6E09D1ED70B2}"/>
          </ac:spMkLst>
        </pc:spChg>
        <pc:spChg chg="add mod">
          <ac:chgData name="Arjola Arapi-Gjini" userId="4a6bbe5004b7e73c" providerId="LiveId" clId="{68B0683A-A87C-4E01-A88F-77626396451B}" dt="2026-04-16T13:38:46.200" v="1435"/>
          <ac:spMkLst>
            <pc:docMk/>
            <pc:sldMk cId="0" sldId="261"/>
            <ac:spMk id="28" creationId="{0FC8F05D-61A2-0C66-09FF-49129D0F395B}"/>
          </ac:spMkLst>
        </pc:spChg>
        <pc:spChg chg="add mod">
          <ac:chgData name="Arjola Arapi-Gjini" userId="4a6bbe5004b7e73c" providerId="LiveId" clId="{68B0683A-A87C-4E01-A88F-77626396451B}" dt="2026-04-16T14:27:49.849" v="2379" actId="20577"/>
          <ac:spMkLst>
            <pc:docMk/>
            <pc:sldMk cId="0" sldId="261"/>
            <ac:spMk id="29" creationId="{CA7B5CC4-F3E9-381B-F2DD-F5FC9F1C6794}"/>
          </ac:spMkLst>
        </pc:spChg>
      </pc:sldChg>
      <pc:sldChg chg="delSp modSp mod">
        <pc:chgData name="Arjola Arapi-Gjini" userId="4a6bbe5004b7e73c" providerId="LiveId" clId="{68B0683A-A87C-4E01-A88F-77626396451B}" dt="2026-04-17T09:34:45.524" v="3176" actId="20577"/>
        <pc:sldMkLst>
          <pc:docMk/>
          <pc:sldMk cId="0" sldId="262"/>
        </pc:sldMkLst>
        <pc:spChg chg="mod">
          <ac:chgData name="Arjola Arapi-Gjini" userId="4a6bbe5004b7e73c" providerId="LiveId" clId="{68B0683A-A87C-4E01-A88F-77626396451B}" dt="2026-04-17T09:34:45.524" v="3176" actId="20577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Arjola Arapi-Gjini" userId="4a6bbe5004b7e73c" providerId="LiveId" clId="{68B0683A-A87C-4E01-A88F-77626396451B}" dt="2026-04-17T09:34:37.970" v="3175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Arjola Arapi-Gjini" userId="4a6bbe5004b7e73c" providerId="LiveId" clId="{68B0683A-A87C-4E01-A88F-77626396451B}" dt="2026-04-17T09:34:20.566" v="3173" actId="478"/>
          <ac:spMkLst>
            <pc:docMk/>
            <pc:sldMk cId="0" sldId="262"/>
            <ac:spMk id="18" creationId="{00000000-0000-0000-0000-000000000000}"/>
          </ac:spMkLst>
        </pc:spChg>
      </pc:sldChg>
      <pc:sldChg chg="del ord">
        <pc:chgData name="Arjola Arapi-Gjini" userId="4a6bbe5004b7e73c" providerId="LiveId" clId="{68B0683A-A87C-4E01-A88F-77626396451B}" dt="2026-04-17T07:42:25.047" v="2942" actId="47"/>
        <pc:sldMkLst>
          <pc:docMk/>
          <pc:sldMk cId="0" sldId="263"/>
        </pc:sldMkLst>
      </pc:sldChg>
      <pc:sldChg chg="del">
        <pc:chgData name="Arjola Arapi-Gjini" userId="4a6bbe5004b7e73c" providerId="LiveId" clId="{68B0683A-A87C-4E01-A88F-77626396451B}" dt="2026-04-16T09:23:08.822" v="1323" actId="47"/>
        <pc:sldMkLst>
          <pc:docMk/>
          <pc:sldMk cId="0" sldId="264"/>
        </pc:sldMkLst>
      </pc:sldChg>
      <pc:sldChg chg="delSp modSp mod ord">
        <pc:chgData name="Arjola Arapi-Gjini" userId="4a6bbe5004b7e73c" providerId="LiveId" clId="{68B0683A-A87C-4E01-A88F-77626396451B}" dt="2026-04-17T12:09:24.235" v="3212" actId="1076"/>
        <pc:sldMkLst>
          <pc:docMk/>
          <pc:sldMk cId="0" sldId="265"/>
        </pc:sldMkLst>
        <pc:spChg chg="mod">
          <ac:chgData name="Arjola Arapi-Gjini" userId="4a6bbe5004b7e73c" providerId="LiveId" clId="{68B0683A-A87C-4E01-A88F-77626396451B}" dt="2026-04-17T08:22:42.130" v="3041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08:22:49.468" v="3042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12:09:24.235" v="3212" actId="1076"/>
          <ac:spMkLst>
            <pc:docMk/>
            <pc:sldMk cId="0" sldId="265"/>
            <ac:spMk id="6" creationId="{00000000-0000-0000-0000-000000000000}"/>
          </ac:spMkLst>
        </pc:spChg>
        <pc:spChg chg="del">
          <ac:chgData name="Arjola Arapi-Gjini" userId="4a6bbe5004b7e73c" providerId="LiveId" clId="{68B0683A-A87C-4E01-A88F-77626396451B}" dt="2026-04-17T07:25:33.315" v="2929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07:25:43.472" v="2931" actId="20577"/>
          <ac:spMkLst>
            <pc:docMk/>
            <pc:sldMk cId="0" sldId="265"/>
            <ac:spMk id="8" creationId="{00000000-0000-0000-0000-000000000000}"/>
          </ac:spMkLst>
        </pc:spChg>
        <pc:spChg chg="del">
          <ac:chgData name="Arjola Arapi-Gjini" userId="4a6bbe5004b7e73c" providerId="LiveId" clId="{68B0683A-A87C-4E01-A88F-77626396451B}" dt="2026-04-17T07:25:40.561" v="2930" actId="478"/>
          <ac:spMkLst>
            <pc:docMk/>
            <pc:sldMk cId="0" sldId="265"/>
            <ac:spMk id="9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07:25:49.005" v="2932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07:26:07.754" v="2934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07:25:59.836" v="2933" actId="1076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Arjola Arapi-Gjini" userId="4a6bbe5004b7e73c" providerId="LiveId" clId="{68B0683A-A87C-4E01-A88F-77626396451B}" dt="2026-04-17T08:22:22.092" v="3035" actId="478"/>
          <ac:spMkLst>
            <pc:docMk/>
            <pc:sldMk cId="0" sldId="265"/>
            <ac:spMk id="13" creationId="{00000000-0000-0000-0000-000000000000}"/>
          </ac:spMkLst>
        </pc:spChg>
        <pc:spChg chg="del mod">
          <ac:chgData name="Arjola Arapi-Gjini" userId="4a6bbe5004b7e73c" providerId="LiveId" clId="{68B0683A-A87C-4E01-A88F-77626396451B}" dt="2026-04-17T08:22:28.519" v="3037" actId="478"/>
          <ac:spMkLst>
            <pc:docMk/>
            <pc:sldMk cId="0" sldId="265"/>
            <ac:spMk id="14" creationId="{00000000-0000-0000-0000-000000000000}"/>
          </ac:spMkLst>
        </pc:spChg>
        <pc:spChg chg="del mod">
          <ac:chgData name="Arjola Arapi-Gjini" userId="4a6bbe5004b7e73c" providerId="LiveId" clId="{68B0683A-A87C-4E01-A88F-77626396451B}" dt="2026-04-17T08:22:32.490" v="3038" actId="478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08:22:39.293" v="3040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08:22:54.214" v="3043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rjola Arapi-Gjini" userId="4a6bbe5004b7e73c" providerId="LiveId" clId="{68B0683A-A87C-4E01-A88F-77626396451B}" dt="2026-04-17T08:22:59.133" v="3044" actId="1076"/>
          <ac:spMkLst>
            <pc:docMk/>
            <pc:sldMk cId="0" sldId="265"/>
            <ac:spMk id="18" creationId="{00000000-0000-0000-0000-000000000000}"/>
          </ac:spMkLst>
        </pc:spChg>
      </pc:sldChg>
      <pc:sldChg chg="modSp add mod">
        <pc:chgData name="Arjola Arapi-Gjini" userId="4a6bbe5004b7e73c" providerId="LiveId" clId="{68B0683A-A87C-4E01-A88F-77626396451B}" dt="2026-04-16T08:24:20.661" v="588" actId="20577"/>
        <pc:sldMkLst>
          <pc:docMk/>
          <pc:sldMk cId="1025674618" sldId="267"/>
        </pc:sldMkLst>
        <pc:spChg chg="mod">
          <ac:chgData name="Arjola Arapi-Gjini" userId="4a6bbe5004b7e73c" providerId="LiveId" clId="{68B0683A-A87C-4E01-A88F-77626396451B}" dt="2026-04-16T08:24:20.661" v="588" actId="20577"/>
          <ac:spMkLst>
            <pc:docMk/>
            <pc:sldMk cId="1025674618" sldId="267"/>
            <ac:spMk id="3" creationId="{3AE73F1F-1C76-4FBB-7943-0036552AC240}"/>
          </ac:spMkLst>
        </pc:spChg>
      </pc:sldChg>
      <pc:sldChg chg="addSp delSp modSp new mod setBg modClrScheme chgLayout">
        <pc:chgData name="Arjola Arapi-Gjini" userId="4a6bbe5004b7e73c" providerId="LiveId" clId="{68B0683A-A87C-4E01-A88F-77626396451B}" dt="2026-04-15T13:17:46.034" v="232" actId="255"/>
        <pc:sldMkLst>
          <pc:docMk/>
          <pc:sldMk cId="4288445" sldId="268"/>
        </pc:sldMkLst>
        <pc:spChg chg="add mod">
          <ac:chgData name="Arjola Arapi-Gjini" userId="4a6bbe5004b7e73c" providerId="LiveId" clId="{68B0683A-A87C-4E01-A88F-77626396451B}" dt="2026-04-15T13:17:46.034" v="232" actId="255"/>
          <ac:spMkLst>
            <pc:docMk/>
            <pc:sldMk cId="4288445" sldId="268"/>
            <ac:spMk id="2" creationId="{21276010-8078-9E73-7DFB-F398641770B3}"/>
          </ac:spMkLst>
        </pc:spChg>
        <pc:spChg chg="add">
          <ac:chgData name="Arjola Arapi-Gjini" userId="4a6bbe5004b7e73c" providerId="LiveId" clId="{68B0683A-A87C-4E01-A88F-77626396451B}" dt="2026-04-15T13:08:19.691" v="185" actId="26606"/>
          <ac:spMkLst>
            <pc:docMk/>
            <pc:sldMk cId="4288445" sldId="268"/>
            <ac:spMk id="14" creationId="{AAD0DBB9-1A4B-4391-81D4-CB19F9AB918A}"/>
          </ac:spMkLst>
        </pc:spChg>
        <pc:spChg chg="add">
          <ac:chgData name="Arjola Arapi-Gjini" userId="4a6bbe5004b7e73c" providerId="LiveId" clId="{68B0683A-A87C-4E01-A88F-77626396451B}" dt="2026-04-15T13:08:19.691" v="185" actId="26606"/>
          <ac:spMkLst>
            <pc:docMk/>
            <pc:sldMk cId="4288445" sldId="268"/>
            <ac:spMk id="15" creationId="{BACC6370-2D7E-4714-9D71-7542949D7D5D}"/>
          </ac:spMkLst>
        </pc:spChg>
        <pc:spChg chg="add">
          <ac:chgData name="Arjola Arapi-Gjini" userId="4a6bbe5004b7e73c" providerId="LiveId" clId="{68B0683A-A87C-4E01-A88F-77626396451B}" dt="2026-04-15T13:08:19.691" v="185" actId="26606"/>
          <ac:spMkLst>
            <pc:docMk/>
            <pc:sldMk cId="4288445" sldId="268"/>
            <ac:spMk id="16" creationId="{063BBA22-50EA-4C4D-BE05-F1CE4E63AA56}"/>
          </ac:spMkLst>
        </pc:spChg>
        <pc:spChg chg="add">
          <ac:chgData name="Arjola Arapi-Gjini" userId="4a6bbe5004b7e73c" providerId="LiveId" clId="{68B0683A-A87C-4E01-A88F-77626396451B}" dt="2026-04-15T13:08:19.691" v="185" actId="26606"/>
          <ac:spMkLst>
            <pc:docMk/>
            <pc:sldMk cId="4288445" sldId="268"/>
            <ac:spMk id="17" creationId="{F68B3F68-107C-434F-AA38-110D5EA91B85}"/>
          </ac:spMkLst>
        </pc:spChg>
        <pc:graphicFrameChg chg="add modGraphic">
          <ac:chgData name="Arjola Arapi-Gjini" userId="4a6bbe5004b7e73c" providerId="LiveId" clId="{68B0683A-A87C-4E01-A88F-77626396451B}" dt="2026-04-15T13:09:34.412" v="199" actId="20577"/>
          <ac:graphicFrameMkLst>
            <pc:docMk/>
            <pc:sldMk cId="4288445" sldId="268"/>
            <ac:graphicFrameMk id="18" creationId="{DCF54806-8B99-0803-6DB8-9F68E0FAB0AC}"/>
          </ac:graphicFrameMkLst>
        </pc:graphicFrameChg>
      </pc:sldChg>
      <pc:sldChg chg="addSp delSp modSp new mod setBg">
        <pc:chgData name="Arjola Arapi-Gjini" userId="4a6bbe5004b7e73c" providerId="LiveId" clId="{68B0683A-A87C-4E01-A88F-77626396451B}" dt="2026-04-15T13:16:41.853" v="227" actId="26606"/>
        <pc:sldMkLst>
          <pc:docMk/>
          <pc:sldMk cId="3009043640" sldId="269"/>
        </pc:sldMkLst>
        <pc:spChg chg="mod">
          <ac:chgData name="Arjola Arapi-Gjini" userId="4a6bbe5004b7e73c" providerId="LiveId" clId="{68B0683A-A87C-4E01-A88F-77626396451B}" dt="2026-04-15T13:16:41.853" v="227" actId="26606"/>
          <ac:spMkLst>
            <pc:docMk/>
            <pc:sldMk cId="3009043640" sldId="269"/>
            <ac:spMk id="2" creationId="{608903B5-1B19-EC74-0C0F-008F41F8B67F}"/>
          </ac:spMkLst>
        </pc:spChg>
        <pc:spChg chg="add">
          <ac:chgData name="Arjola Arapi-Gjini" userId="4a6bbe5004b7e73c" providerId="LiveId" clId="{68B0683A-A87C-4E01-A88F-77626396451B}" dt="2026-04-15T13:16:41.853" v="227" actId="26606"/>
          <ac:spMkLst>
            <pc:docMk/>
            <pc:sldMk cId="3009043640" sldId="269"/>
            <ac:spMk id="9" creationId="{BACC6370-2D7E-4714-9D71-7542949D7D5D}"/>
          </ac:spMkLst>
        </pc:spChg>
        <pc:spChg chg="add">
          <ac:chgData name="Arjola Arapi-Gjini" userId="4a6bbe5004b7e73c" providerId="LiveId" clId="{68B0683A-A87C-4E01-A88F-77626396451B}" dt="2026-04-15T13:16:41.853" v="227" actId="26606"/>
          <ac:spMkLst>
            <pc:docMk/>
            <pc:sldMk cId="3009043640" sldId="269"/>
            <ac:spMk id="11" creationId="{F68B3F68-107C-434F-AA38-110D5EA91B85}"/>
          </ac:spMkLst>
        </pc:spChg>
        <pc:spChg chg="add">
          <ac:chgData name="Arjola Arapi-Gjini" userId="4a6bbe5004b7e73c" providerId="LiveId" clId="{68B0683A-A87C-4E01-A88F-77626396451B}" dt="2026-04-15T13:16:41.853" v="227" actId="26606"/>
          <ac:spMkLst>
            <pc:docMk/>
            <pc:sldMk cId="3009043640" sldId="269"/>
            <ac:spMk id="13" creationId="{AAD0DBB9-1A4B-4391-81D4-CB19F9AB918A}"/>
          </ac:spMkLst>
        </pc:spChg>
        <pc:spChg chg="add">
          <ac:chgData name="Arjola Arapi-Gjini" userId="4a6bbe5004b7e73c" providerId="LiveId" clId="{68B0683A-A87C-4E01-A88F-77626396451B}" dt="2026-04-15T13:16:41.853" v="227" actId="26606"/>
          <ac:spMkLst>
            <pc:docMk/>
            <pc:sldMk cId="3009043640" sldId="269"/>
            <ac:spMk id="15" creationId="{063BBA22-50EA-4C4D-BE05-F1CE4E63AA56}"/>
          </ac:spMkLst>
        </pc:spChg>
        <pc:graphicFrameChg chg="add">
          <ac:chgData name="Arjola Arapi-Gjini" userId="4a6bbe5004b7e73c" providerId="LiveId" clId="{68B0683A-A87C-4E01-A88F-77626396451B}" dt="2026-04-15T13:16:41.853" v="227" actId="26606"/>
          <ac:graphicFrameMkLst>
            <pc:docMk/>
            <pc:sldMk cId="3009043640" sldId="269"/>
            <ac:graphicFrameMk id="5" creationId="{F2D69BFF-48B9-4EA3-2B10-A0F4FF8D4258}"/>
          </ac:graphicFrameMkLst>
        </pc:graphicFrameChg>
      </pc:sldChg>
      <pc:sldChg chg="modSp add mod setBg">
        <pc:chgData name="Arjola Arapi-Gjini" userId="4a6bbe5004b7e73c" providerId="LiveId" clId="{68B0683A-A87C-4E01-A88F-77626396451B}" dt="2026-04-16T06:48:14.977" v="235" actId="14100"/>
        <pc:sldMkLst>
          <pc:docMk/>
          <pc:sldMk cId="0" sldId="270"/>
        </pc:sldMkLst>
        <pc:graphicFrameChg chg="mod modGraphic">
          <ac:chgData name="Arjola Arapi-Gjini" userId="4a6bbe5004b7e73c" providerId="LiveId" clId="{68B0683A-A87C-4E01-A88F-77626396451B}" dt="2026-04-16T06:48:14.977" v="235" actId="14100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addSp delSp modSp new mod setBg modClrScheme chgLayout">
        <pc:chgData name="Arjola Arapi-Gjini" userId="4a6bbe5004b7e73c" providerId="LiveId" clId="{68B0683A-A87C-4E01-A88F-77626396451B}" dt="2026-04-17T08:38:34.611" v="3104" actId="1076"/>
        <pc:sldMkLst>
          <pc:docMk/>
          <pc:sldMk cId="2339012898" sldId="271"/>
        </pc:sldMkLst>
        <pc:spChg chg="add mod ord">
          <ac:chgData name="Arjola Arapi-Gjini" userId="4a6bbe5004b7e73c" providerId="LiveId" clId="{68B0683A-A87C-4E01-A88F-77626396451B}" dt="2026-04-16T07:27:29.281" v="338" actId="26606"/>
          <ac:spMkLst>
            <pc:docMk/>
            <pc:sldMk cId="2339012898" sldId="271"/>
            <ac:spMk id="2" creationId="{F9A3603A-E731-DF8B-F385-3C01326CAE8F}"/>
          </ac:spMkLst>
        </pc:spChg>
        <pc:spChg chg="add del mod ord">
          <ac:chgData name="Arjola Arapi-Gjini" userId="4a6bbe5004b7e73c" providerId="LiveId" clId="{68B0683A-A87C-4E01-A88F-77626396451B}" dt="2026-04-16T07:25:29.804" v="325" actId="700"/>
          <ac:spMkLst>
            <pc:docMk/>
            <pc:sldMk cId="2339012898" sldId="271"/>
            <ac:spMk id="3" creationId="{B7B9F96B-6E16-7E0A-3CC6-35FA6D5C2770}"/>
          </ac:spMkLst>
        </pc:spChg>
        <pc:spChg chg="add del mod ord">
          <ac:chgData name="Arjola Arapi-Gjini" userId="4a6bbe5004b7e73c" providerId="LiveId" clId="{68B0683A-A87C-4E01-A88F-77626396451B}" dt="2026-04-16T07:26:43.794" v="332"/>
          <ac:spMkLst>
            <pc:docMk/>
            <pc:sldMk cId="2339012898" sldId="271"/>
            <ac:spMk id="4" creationId="{F4638395-07EE-B4D3-14D3-C6898B079DA1}"/>
          </ac:spMkLst>
        </pc:spChg>
        <pc:spChg chg="add del mod ord">
          <ac:chgData name="Arjola Arapi-Gjini" userId="4a6bbe5004b7e73c" providerId="LiveId" clId="{68B0683A-A87C-4E01-A88F-77626396451B}" dt="2026-04-16T07:25:33.835" v="326"/>
          <ac:spMkLst>
            <pc:docMk/>
            <pc:sldMk cId="2339012898" sldId="271"/>
            <ac:spMk id="5" creationId="{6AA971D7-8A33-E71A-36ED-F8ED85719BE8}"/>
          </ac:spMkLst>
        </pc:spChg>
        <pc:spChg chg="add mod">
          <ac:chgData name="Arjola Arapi-Gjini" userId="4a6bbe5004b7e73c" providerId="LiveId" clId="{68B0683A-A87C-4E01-A88F-77626396451B}" dt="2026-04-16T07:27:29.281" v="338" actId="26606"/>
          <ac:spMkLst>
            <pc:docMk/>
            <pc:sldMk cId="2339012898" sldId="271"/>
            <ac:spMk id="6" creationId="{A531D469-476D-CE08-9E7A-28F4B7A54686}"/>
          </ac:spMkLst>
        </pc:spChg>
        <pc:spChg chg="add del mod">
          <ac:chgData name="Arjola Arapi-Gjini" userId="4a6bbe5004b7e73c" providerId="LiveId" clId="{68B0683A-A87C-4E01-A88F-77626396451B}" dt="2026-04-16T07:27:04.279" v="335"/>
          <ac:spMkLst>
            <pc:docMk/>
            <pc:sldMk cId="2339012898" sldId="271"/>
            <ac:spMk id="10" creationId="{2A3DC1E2-2FA6-4A2E-63B3-07315EE8B45F}"/>
          </ac:spMkLst>
        </pc:spChg>
        <pc:spChg chg="add del">
          <ac:chgData name="Arjola Arapi-Gjini" userId="4a6bbe5004b7e73c" providerId="LiveId" clId="{68B0683A-A87C-4E01-A88F-77626396451B}" dt="2026-04-16T07:27:29.268" v="337" actId="26606"/>
          <ac:spMkLst>
            <pc:docMk/>
            <pc:sldMk cId="2339012898" sldId="271"/>
            <ac:spMk id="17" creationId="{04812C46-200A-4DEB-A05E-3ED6C68C2387}"/>
          </ac:spMkLst>
        </pc:spChg>
        <pc:spChg chg="add del">
          <ac:chgData name="Arjola Arapi-Gjini" userId="4a6bbe5004b7e73c" providerId="LiveId" clId="{68B0683A-A87C-4E01-A88F-77626396451B}" dt="2026-04-16T07:27:29.268" v="337" actId="26606"/>
          <ac:spMkLst>
            <pc:docMk/>
            <pc:sldMk cId="2339012898" sldId="271"/>
            <ac:spMk id="19" creationId="{D1EA859B-E555-4109-94F3-6700E046E008}"/>
          </ac:spMkLst>
        </pc:spChg>
        <pc:spChg chg="add">
          <ac:chgData name="Arjola Arapi-Gjini" userId="4a6bbe5004b7e73c" providerId="LiveId" clId="{68B0683A-A87C-4E01-A88F-77626396451B}" dt="2026-04-16T07:27:29.281" v="338" actId="26606"/>
          <ac:spMkLst>
            <pc:docMk/>
            <pc:sldMk cId="2339012898" sldId="271"/>
            <ac:spMk id="21" creationId="{2B97F24A-32CE-4C1C-A50D-3016B394DCFB}"/>
          </ac:spMkLst>
        </pc:spChg>
        <pc:spChg chg="add">
          <ac:chgData name="Arjola Arapi-Gjini" userId="4a6bbe5004b7e73c" providerId="LiveId" clId="{68B0683A-A87C-4E01-A88F-77626396451B}" dt="2026-04-16T07:27:29.281" v="338" actId="26606"/>
          <ac:spMkLst>
            <pc:docMk/>
            <pc:sldMk cId="2339012898" sldId="271"/>
            <ac:spMk id="22" creationId="{CD8B4F24-440B-49E9-B85D-733523DC064B}"/>
          </ac:spMkLst>
        </pc:spChg>
        <pc:picChg chg="add del mod ord">
          <ac:chgData name="Arjola Arapi-Gjini" userId="4a6bbe5004b7e73c" providerId="LiveId" clId="{68B0683A-A87C-4E01-A88F-77626396451B}" dt="2026-04-16T07:26:46.165" v="333" actId="478"/>
          <ac:picMkLst>
            <pc:docMk/>
            <pc:sldMk cId="2339012898" sldId="271"/>
            <ac:picMk id="8" creationId="{BFD8F812-1B8D-06C2-C780-308E92F76DB9}"/>
          </ac:picMkLst>
        </pc:picChg>
        <pc:picChg chg="add mod ord">
          <ac:chgData name="Arjola Arapi-Gjini" userId="4a6bbe5004b7e73c" providerId="LiveId" clId="{68B0683A-A87C-4E01-A88F-77626396451B}" dt="2026-04-17T08:38:34.611" v="3104" actId="1076"/>
          <ac:picMkLst>
            <pc:docMk/>
            <pc:sldMk cId="2339012898" sldId="271"/>
            <ac:picMk id="12" creationId="{7626B8F5-7146-655E-ABE7-C90C1F4C7ED3}"/>
          </ac:picMkLst>
        </pc:picChg>
      </pc:sldChg>
      <pc:sldChg chg="addSp delSp modSp new mod setBg modClrScheme delDesignElem chgLayout">
        <pc:chgData name="Arjola Arapi-Gjini" userId="4a6bbe5004b7e73c" providerId="LiveId" clId="{68B0683A-A87C-4E01-A88F-77626396451B}" dt="2026-04-16T08:22:20.134" v="578" actId="26606"/>
        <pc:sldMkLst>
          <pc:docMk/>
          <pc:sldMk cId="328408973" sldId="272"/>
        </pc:sldMkLst>
        <pc:spChg chg="add del mod ord">
          <ac:chgData name="Arjola Arapi-Gjini" userId="4a6bbe5004b7e73c" providerId="LiveId" clId="{68B0683A-A87C-4E01-A88F-77626396451B}" dt="2026-04-16T07:44:57.634" v="449" actId="700"/>
          <ac:spMkLst>
            <pc:docMk/>
            <pc:sldMk cId="328408973" sldId="272"/>
            <ac:spMk id="4" creationId="{F4FE2ED9-96C1-FD80-6D5E-1D4747152721}"/>
          </ac:spMkLst>
        </pc:spChg>
        <pc:spChg chg="add del mod ord">
          <ac:chgData name="Arjola Arapi-Gjini" userId="4a6bbe5004b7e73c" providerId="LiveId" clId="{68B0683A-A87C-4E01-A88F-77626396451B}" dt="2026-04-16T07:44:57.634" v="449" actId="700"/>
          <ac:spMkLst>
            <pc:docMk/>
            <pc:sldMk cId="328408973" sldId="272"/>
            <ac:spMk id="5" creationId="{FCBEF105-8513-10DA-0897-2EEDCD1F8096}"/>
          </ac:spMkLst>
        </pc:spChg>
        <pc:spChg chg="add del">
          <ac:chgData name="Arjola Arapi-Gjini" userId="4a6bbe5004b7e73c" providerId="LiveId" clId="{68B0683A-A87C-4E01-A88F-77626396451B}" dt="2026-04-16T07:45:00.982" v="450" actId="26606"/>
          <ac:spMkLst>
            <pc:docMk/>
            <pc:sldMk cId="328408973" sldId="272"/>
            <ac:spMk id="8" creationId="{AB8C311F-7253-4AED-9701-7FC0708C41C7}"/>
          </ac:spMkLst>
        </pc:spChg>
        <pc:spChg chg="add del">
          <ac:chgData name="Arjola Arapi-Gjini" userId="4a6bbe5004b7e73c" providerId="LiveId" clId="{68B0683A-A87C-4E01-A88F-77626396451B}" dt="2026-04-16T07:45:00.982" v="450" actId="26606"/>
          <ac:spMkLst>
            <pc:docMk/>
            <pc:sldMk cId="328408973" sldId="272"/>
            <ac:spMk id="10" creationId="{E2384209-CB15-4CDF-9D31-C44FD9A3F20D}"/>
          </ac:spMkLst>
        </pc:spChg>
        <pc:spChg chg="add del">
          <ac:chgData name="Arjola Arapi-Gjini" userId="4a6bbe5004b7e73c" providerId="LiveId" clId="{68B0683A-A87C-4E01-A88F-77626396451B}" dt="2026-04-16T07:45:00.982" v="450" actId="26606"/>
          <ac:spMkLst>
            <pc:docMk/>
            <pc:sldMk cId="328408973" sldId="272"/>
            <ac:spMk id="12" creationId="{2633B3B5-CC90-43F0-8714-D31D1F3F0209}"/>
          </ac:spMkLst>
        </pc:spChg>
        <pc:spChg chg="add del">
          <ac:chgData name="Arjola Arapi-Gjini" userId="4a6bbe5004b7e73c" providerId="LiveId" clId="{68B0683A-A87C-4E01-A88F-77626396451B}" dt="2026-04-16T07:45:00.982" v="450" actId="26606"/>
          <ac:spMkLst>
            <pc:docMk/>
            <pc:sldMk cId="328408973" sldId="272"/>
            <ac:spMk id="14" creationId="{A8D57A06-A426-446D-B02C-A2DC6B62E45E}"/>
          </ac:spMkLst>
        </pc:spChg>
        <pc:spChg chg="add del">
          <ac:chgData name="Arjola Arapi-Gjini" userId="4a6bbe5004b7e73c" providerId="LiveId" clId="{68B0683A-A87C-4E01-A88F-77626396451B}" dt="2026-04-16T08:22:20.134" v="578" actId="26606"/>
          <ac:spMkLst>
            <pc:docMk/>
            <pc:sldMk cId="328408973" sldId="272"/>
            <ac:spMk id="19" creationId="{32BC26D8-82FB-445E-AA49-62A77D7C1EE0}"/>
          </ac:spMkLst>
        </pc:spChg>
        <pc:spChg chg="add del">
          <ac:chgData name="Arjola Arapi-Gjini" userId="4a6bbe5004b7e73c" providerId="LiveId" clId="{68B0683A-A87C-4E01-A88F-77626396451B}" dt="2026-04-16T08:22:20.134" v="578" actId="26606"/>
          <ac:spMkLst>
            <pc:docMk/>
            <pc:sldMk cId="328408973" sldId="272"/>
            <ac:spMk id="21" creationId="{CB44330D-EA18-4254-AA95-EB49948539B8}"/>
          </ac:spMkLst>
        </pc:spChg>
        <pc:spChg chg="add">
          <ac:chgData name="Arjola Arapi-Gjini" userId="4a6bbe5004b7e73c" providerId="LiveId" clId="{68B0683A-A87C-4E01-A88F-77626396451B}" dt="2026-04-16T08:22:20.134" v="578" actId="26606"/>
          <ac:spMkLst>
            <pc:docMk/>
            <pc:sldMk cId="328408973" sldId="272"/>
            <ac:spMk id="26" creationId="{F3060C83-F051-4F0E-ABAD-AA0DFC48B218}"/>
          </ac:spMkLst>
        </pc:spChg>
        <pc:spChg chg="add">
          <ac:chgData name="Arjola Arapi-Gjini" userId="4a6bbe5004b7e73c" providerId="LiveId" clId="{68B0683A-A87C-4E01-A88F-77626396451B}" dt="2026-04-16T08:22:20.134" v="578" actId="26606"/>
          <ac:spMkLst>
            <pc:docMk/>
            <pc:sldMk cId="328408973" sldId="272"/>
            <ac:spMk id="28" creationId="{83C98ABE-055B-441F-B07E-44F97F083C39}"/>
          </ac:spMkLst>
        </pc:spChg>
        <pc:spChg chg="add">
          <ac:chgData name="Arjola Arapi-Gjini" userId="4a6bbe5004b7e73c" providerId="LiveId" clId="{68B0683A-A87C-4E01-A88F-77626396451B}" dt="2026-04-16T08:22:20.134" v="578" actId="26606"/>
          <ac:spMkLst>
            <pc:docMk/>
            <pc:sldMk cId="328408973" sldId="272"/>
            <ac:spMk id="30" creationId="{29FDB030-9B49-4CED-8CCD-4D99382388AC}"/>
          </ac:spMkLst>
        </pc:spChg>
        <pc:spChg chg="add">
          <ac:chgData name="Arjola Arapi-Gjini" userId="4a6bbe5004b7e73c" providerId="LiveId" clId="{68B0683A-A87C-4E01-A88F-77626396451B}" dt="2026-04-16T08:22:20.134" v="578" actId="26606"/>
          <ac:spMkLst>
            <pc:docMk/>
            <pc:sldMk cId="328408973" sldId="272"/>
            <ac:spMk id="32" creationId="{3783CA14-24A1-485C-8B30-D6A5D87987AD}"/>
          </ac:spMkLst>
        </pc:spChg>
        <pc:spChg chg="add">
          <ac:chgData name="Arjola Arapi-Gjini" userId="4a6bbe5004b7e73c" providerId="LiveId" clId="{68B0683A-A87C-4E01-A88F-77626396451B}" dt="2026-04-16T08:22:20.134" v="578" actId="26606"/>
          <ac:spMkLst>
            <pc:docMk/>
            <pc:sldMk cId="328408973" sldId="272"/>
            <ac:spMk id="34" creationId="{9A97C86A-04D6-40F7-AE84-31AB43E6A846}"/>
          </ac:spMkLst>
        </pc:spChg>
        <pc:spChg chg="add">
          <ac:chgData name="Arjola Arapi-Gjini" userId="4a6bbe5004b7e73c" providerId="LiveId" clId="{68B0683A-A87C-4E01-A88F-77626396451B}" dt="2026-04-16T08:22:20.134" v="578" actId="26606"/>
          <ac:spMkLst>
            <pc:docMk/>
            <pc:sldMk cId="328408973" sldId="272"/>
            <ac:spMk id="36" creationId="{FF9F2414-84E8-453E-B1F3-389FDE8192D9}"/>
          </ac:spMkLst>
        </pc:spChg>
        <pc:spChg chg="add">
          <ac:chgData name="Arjola Arapi-Gjini" userId="4a6bbe5004b7e73c" providerId="LiveId" clId="{68B0683A-A87C-4E01-A88F-77626396451B}" dt="2026-04-16T08:22:20.134" v="578" actId="26606"/>
          <ac:spMkLst>
            <pc:docMk/>
            <pc:sldMk cId="328408973" sldId="272"/>
            <ac:spMk id="38" creationId="{3ECA69A1-7536-43AC-85EF-C7106179F5ED}"/>
          </ac:spMkLst>
        </pc:spChg>
        <pc:picChg chg="add mod">
          <ac:chgData name="Arjola Arapi-Gjini" userId="4a6bbe5004b7e73c" providerId="LiveId" clId="{68B0683A-A87C-4E01-A88F-77626396451B}" dt="2026-04-16T08:22:20.134" v="578" actId="26606"/>
          <ac:picMkLst>
            <pc:docMk/>
            <pc:sldMk cId="328408973" sldId="272"/>
            <ac:picMk id="3" creationId="{8477502E-25EA-2D6E-202A-1ABF938839C7}"/>
          </ac:picMkLst>
        </pc:picChg>
      </pc:sldChg>
      <pc:sldChg chg="modSp add del mod">
        <pc:chgData name="Arjola Arapi-Gjini" userId="4a6bbe5004b7e73c" providerId="LiveId" clId="{68B0683A-A87C-4E01-A88F-77626396451B}" dt="2026-04-16T07:43:54.214" v="444" actId="47"/>
        <pc:sldMkLst>
          <pc:docMk/>
          <pc:sldMk cId="2947818834" sldId="272"/>
        </pc:sldMkLst>
        <pc:spChg chg="mod">
          <ac:chgData name="Arjola Arapi-Gjini" userId="4a6bbe5004b7e73c" providerId="LiveId" clId="{68B0683A-A87C-4E01-A88F-77626396451B}" dt="2026-04-16T07:31:51.200" v="432" actId="20577"/>
          <ac:spMkLst>
            <pc:docMk/>
            <pc:sldMk cId="2947818834" sldId="272"/>
            <ac:spMk id="3" creationId="{DFB97222-A183-205D-E686-EBC8A2AD5370}"/>
          </ac:spMkLst>
        </pc:spChg>
      </pc:sldChg>
      <pc:sldChg chg="modSp add del mod">
        <pc:chgData name="Arjola Arapi-Gjini" userId="4a6bbe5004b7e73c" providerId="LiveId" clId="{68B0683A-A87C-4E01-A88F-77626396451B}" dt="2026-04-17T07:46:02.702" v="2961" actId="47"/>
        <pc:sldMkLst>
          <pc:docMk/>
          <pc:sldMk cId="43048139" sldId="273"/>
        </pc:sldMkLst>
        <pc:spChg chg="mod">
          <ac:chgData name="Arjola Arapi-Gjini" userId="4a6bbe5004b7e73c" providerId="LiveId" clId="{68B0683A-A87C-4E01-A88F-77626396451B}" dt="2026-04-16T08:12:29.570" v="499" actId="20577"/>
          <ac:spMkLst>
            <pc:docMk/>
            <pc:sldMk cId="43048139" sldId="273"/>
            <ac:spMk id="3" creationId="{79D69E3F-7F10-87ED-0A43-950BF9F0A2AD}"/>
          </ac:spMkLst>
        </pc:spChg>
      </pc:sldChg>
      <pc:sldChg chg="addSp delSp modSp new mod setBg modClrScheme setClrOvrMap chgLayout">
        <pc:chgData name="Arjola Arapi-Gjini" userId="4a6bbe5004b7e73c" providerId="LiveId" clId="{68B0683A-A87C-4E01-A88F-77626396451B}" dt="2026-04-16T09:19:26.318" v="1322" actId="20577"/>
        <pc:sldMkLst>
          <pc:docMk/>
          <pc:sldMk cId="3682124045" sldId="274"/>
        </pc:sldMkLst>
        <pc:spChg chg="add mod">
          <ac:chgData name="Arjola Arapi-Gjini" userId="4a6bbe5004b7e73c" providerId="LiveId" clId="{68B0683A-A87C-4E01-A88F-77626396451B}" dt="2026-04-16T09:19:26.318" v="1322" actId="20577"/>
          <ac:spMkLst>
            <pc:docMk/>
            <pc:sldMk cId="3682124045" sldId="274"/>
            <ac:spMk id="2" creationId="{F0E95ADF-CDCB-C27C-5EF7-1385269B15E5}"/>
          </ac:spMkLst>
        </pc:spChg>
        <pc:spChg chg="add del mod">
          <ac:chgData name="Arjola Arapi-Gjini" userId="4a6bbe5004b7e73c" providerId="LiveId" clId="{68B0683A-A87C-4E01-A88F-77626396451B}" dt="2026-04-16T08:11:25.434" v="494" actId="26606"/>
          <ac:spMkLst>
            <pc:docMk/>
            <pc:sldMk cId="3682124045" sldId="274"/>
            <ac:spMk id="3" creationId="{73AA7798-0702-E6EC-D25E-EE776855A132}"/>
          </ac:spMkLst>
        </pc:spChg>
        <pc:spChg chg="add del">
          <ac:chgData name="Arjola Arapi-Gjini" userId="4a6bbe5004b7e73c" providerId="LiveId" clId="{68B0683A-A87C-4E01-A88F-77626396451B}" dt="2026-04-16T08:11:52.106" v="495" actId="26606"/>
          <ac:spMkLst>
            <pc:docMk/>
            <pc:sldMk cId="3682124045" sldId="274"/>
            <ac:spMk id="10" creationId="{B50AB553-2A96-4A92-96F2-93548E096954}"/>
          </ac:spMkLst>
        </pc:spChg>
        <pc:spChg chg="add del">
          <ac:chgData name="Arjola Arapi-Gjini" userId="4a6bbe5004b7e73c" providerId="LiveId" clId="{68B0683A-A87C-4E01-A88F-77626396451B}" dt="2026-04-16T08:31:29.840" v="620" actId="26606"/>
          <ac:spMkLst>
            <pc:docMk/>
            <pc:sldMk cId="3682124045" sldId="274"/>
            <ac:spMk id="15" creationId="{B50AB553-2A96-4A92-96F2-93548E096954}"/>
          </ac:spMkLst>
        </pc:spChg>
        <pc:spChg chg="add del">
          <ac:chgData name="Arjola Arapi-Gjini" userId="4a6bbe5004b7e73c" providerId="LiveId" clId="{68B0683A-A87C-4E01-A88F-77626396451B}" dt="2026-04-16T08:13:14.072" v="505" actId="26606"/>
          <ac:spMkLst>
            <pc:docMk/>
            <pc:sldMk cId="3682124045" sldId="274"/>
            <ac:spMk id="17" creationId="{B50AB553-2A96-4A92-96F2-93548E096954}"/>
          </ac:spMkLst>
        </pc:spChg>
        <pc:spChg chg="add del">
          <ac:chgData name="Arjola Arapi-Gjini" userId="4a6bbe5004b7e73c" providerId="LiveId" clId="{68B0683A-A87C-4E01-A88F-77626396451B}" dt="2026-04-16T08:31:24.333" v="616" actId="26606"/>
          <ac:spMkLst>
            <pc:docMk/>
            <pc:sldMk cId="3682124045" sldId="274"/>
            <ac:spMk id="18" creationId="{649C91A9-84E7-4BF0-9026-62F01380D853}"/>
          </ac:spMkLst>
        </pc:spChg>
        <pc:spChg chg="add del">
          <ac:chgData name="Arjola Arapi-Gjini" userId="4a6bbe5004b7e73c" providerId="LiveId" clId="{68B0683A-A87C-4E01-A88F-77626396451B}" dt="2026-04-16T08:12:44.624" v="501" actId="26606"/>
          <ac:spMkLst>
            <pc:docMk/>
            <pc:sldMk cId="3682124045" sldId="274"/>
            <ac:spMk id="20" creationId="{B50AB553-2A96-4A92-96F2-93548E096954}"/>
          </ac:spMkLst>
        </pc:spChg>
        <pc:spChg chg="add del">
          <ac:chgData name="Arjola Arapi-Gjini" userId="4a6bbe5004b7e73c" providerId="LiveId" clId="{68B0683A-A87C-4E01-A88F-77626396451B}" dt="2026-04-16T08:31:24.333" v="616" actId="26606"/>
          <ac:spMkLst>
            <pc:docMk/>
            <pc:sldMk cId="3682124045" sldId="274"/>
            <ac:spMk id="22" creationId="{9B47378D-AD27-45D0-8C1C-5B1098DCC068}"/>
          </ac:spMkLst>
        </pc:spChg>
        <pc:spChg chg="add del">
          <ac:chgData name="Arjola Arapi-Gjini" userId="4a6bbe5004b7e73c" providerId="LiveId" clId="{68B0683A-A87C-4E01-A88F-77626396451B}" dt="2026-04-16T08:31:26.458" v="618" actId="26606"/>
          <ac:spMkLst>
            <pc:docMk/>
            <pc:sldMk cId="3682124045" sldId="274"/>
            <ac:spMk id="24" creationId="{649C91A9-84E7-4BF0-9026-62F01380D853}"/>
          </ac:spMkLst>
        </pc:spChg>
        <pc:spChg chg="add del">
          <ac:chgData name="Arjola Arapi-Gjini" userId="4a6bbe5004b7e73c" providerId="LiveId" clId="{68B0683A-A87C-4E01-A88F-77626396451B}" dt="2026-04-16T08:31:26.458" v="618" actId="26606"/>
          <ac:spMkLst>
            <pc:docMk/>
            <pc:sldMk cId="3682124045" sldId="274"/>
            <ac:spMk id="25" creationId="{9B47378D-AD27-45D0-8C1C-5B1098DCC068}"/>
          </ac:spMkLst>
        </pc:spChg>
        <pc:spChg chg="add del">
          <ac:chgData name="Arjola Arapi-Gjini" userId="4a6bbe5004b7e73c" providerId="LiveId" clId="{68B0683A-A87C-4E01-A88F-77626396451B}" dt="2026-04-16T08:31:29.840" v="620" actId="26606"/>
          <ac:spMkLst>
            <pc:docMk/>
            <pc:sldMk cId="3682124045" sldId="274"/>
            <ac:spMk id="27" creationId="{649C91A9-84E7-4BF0-9026-62F01380D853}"/>
          </ac:spMkLst>
        </pc:spChg>
        <pc:spChg chg="add del">
          <ac:chgData name="Arjola Arapi-Gjini" userId="4a6bbe5004b7e73c" providerId="LiveId" clId="{68B0683A-A87C-4E01-A88F-77626396451B}" dt="2026-04-16T08:31:29.840" v="620" actId="26606"/>
          <ac:spMkLst>
            <pc:docMk/>
            <pc:sldMk cId="3682124045" sldId="274"/>
            <ac:spMk id="28" creationId="{9B47378D-AD27-45D0-8C1C-5B1098DCC068}"/>
          </ac:spMkLst>
        </pc:spChg>
        <pc:graphicFrameChg chg="add mod modGraphic">
          <ac:chgData name="Arjola Arapi-Gjini" userId="4a6bbe5004b7e73c" providerId="LiveId" clId="{68B0683A-A87C-4E01-A88F-77626396451B}" dt="2026-04-16T08:31:29.840" v="620" actId="26606"/>
          <ac:graphicFrameMkLst>
            <pc:docMk/>
            <pc:sldMk cId="3682124045" sldId="274"/>
            <ac:graphicFrameMk id="5" creationId="{FF133339-E328-01D4-6961-0CDE6D90F6BB}"/>
          </ac:graphicFrameMkLst>
        </pc:graphicFrameChg>
        <pc:picChg chg="add mod ord">
          <ac:chgData name="Arjola Arapi-Gjini" userId="4a6bbe5004b7e73c" providerId="LiveId" clId="{68B0683A-A87C-4E01-A88F-77626396451B}" dt="2026-04-16T08:31:29.840" v="620" actId="26606"/>
          <ac:picMkLst>
            <pc:docMk/>
            <pc:sldMk cId="3682124045" sldId="274"/>
            <ac:picMk id="6" creationId="{91CE019D-1024-737E-C434-81478FD9F8F2}"/>
          </ac:picMkLst>
        </pc:picChg>
      </pc:sldChg>
      <pc:sldChg chg="addSp delSp modSp new mod setBg">
        <pc:chgData name="Arjola Arapi-Gjini" userId="4a6bbe5004b7e73c" providerId="LiveId" clId="{68B0683A-A87C-4E01-A88F-77626396451B}" dt="2026-04-16T08:46:14.852" v="894" actId="1076"/>
        <pc:sldMkLst>
          <pc:docMk/>
          <pc:sldMk cId="546158745" sldId="275"/>
        </pc:sldMkLst>
        <pc:spChg chg="mod">
          <ac:chgData name="Arjola Arapi-Gjini" userId="4a6bbe5004b7e73c" providerId="LiveId" clId="{68B0683A-A87C-4E01-A88F-77626396451B}" dt="2026-04-16T08:45:40.374" v="888" actId="1076"/>
          <ac:spMkLst>
            <pc:docMk/>
            <pc:sldMk cId="546158745" sldId="275"/>
            <ac:spMk id="2" creationId="{4125406D-C39A-4A4E-7F3B-245577EDCCD7}"/>
          </ac:spMkLst>
        </pc:spChg>
        <pc:spChg chg="add del mod">
          <ac:chgData name="Arjola Arapi-Gjini" userId="4a6bbe5004b7e73c" providerId="LiveId" clId="{68B0683A-A87C-4E01-A88F-77626396451B}" dt="2026-04-16T08:29:49.454" v="599" actId="26606"/>
          <ac:spMkLst>
            <pc:docMk/>
            <pc:sldMk cId="546158745" sldId="275"/>
            <ac:spMk id="3" creationId="{B3CA6683-2008-CC01-F6F4-D0609F577882}"/>
          </ac:spMkLst>
        </pc:spChg>
        <pc:spChg chg="add del">
          <ac:chgData name="Arjola Arapi-Gjini" userId="4a6bbe5004b7e73c" providerId="LiveId" clId="{68B0683A-A87C-4E01-A88F-77626396451B}" dt="2026-04-16T08:29:33.788" v="594" actId="26606"/>
          <ac:spMkLst>
            <pc:docMk/>
            <pc:sldMk cId="546158745" sldId="275"/>
            <ac:spMk id="9" creationId="{3ECBE1F1-D69B-4AFA-ABD5-8E41720EF6DE}"/>
          </ac:spMkLst>
        </pc:spChg>
        <pc:spChg chg="add del">
          <ac:chgData name="Arjola Arapi-Gjini" userId="4a6bbe5004b7e73c" providerId="LiveId" clId="{68B0683A-A87C-4E01-A88F-77626396451B}" dt="2026-04-16T08:29:48.272" v="596" actId="26606"/>
          <ac:spMkLst>
            <pc:docMk/>
            <pc:sldMk cId="546158745" sldId="275"/>
            <ac:spMk id="10" creationId="{B50AB553-2A96-4A92-96F2-93548E096954}"/>
          </ac:spMkLst>
        </pc:spChg>
        <pc:spChg chg="add del">
          <ac:chgData name="Arjola Arapi-Gjini" userId="4a6bbe5004b7e73c" providerId="LiveId" clId="{68B0683A-A87C-4E01-A88F-77626396451B}" dt="2026-04-16T08:29:33.788" v="594" actId="26606"/>
          <ac:spMkLst>
            <pc:docMk/>
            <pc:sldMk cId="546158745" sldId="275"/>
            <ac:spMk id="11" creationId="{603A6265-E10C-4B85-9C20-E75FCAF9CC63}"/>
          </ac:spMkLst>
        </pc:spChg>
        <pc:spChg chg="add del">
          <ac:chgData name="Arjola Arapi-Gjini" userId="4a6bbe5004b7e73c" providerId="LiveId" clId="{68B0683A-A87C-4E01-A88F-77626396451B}" dt="2026-04-16T08:29:49.441" v="598" actId="26606"/>
          <ac:spMkLst>
            <pc:docMk/>
            <pc:sldMk cId="546158745" sldId="275"/>
            <ac:spMk id="15" creationId="{3ECBE1F1-D69B-4AFA-ABD5-8E41720EF6DE}"/>
          </ac:spMkLst>
        </pc:spChg>
        <pc:spChg chg="add del">
          <ac:chgData name="Arjola Arapi-Gjini" userId="4a6bbe5004b7e73c" providerId="LiveId" clId="{68B0683A-A87C-4E01-A88F-77626396451B}" dt="2026-04-16T08:29:49.441" v="598" actId="26606"/>
          <ac:spMkLst>
            <pc:docMk/>
            <pc:sldMk cId="546158745" sldId="275"/>
            <ac:spMk id="17" creationId="{603A6265-E10C-4B85-9C20-E75FCAF9CC63}"/>
          </ac:spMkLst>
        </pc:spChg>
        <pc:spChg chg="add del">
          <ac:chgData name="Arjola Arapi-Gjini" userId="4a6bbe5004b7e73c" providerId="LiveId" clId="{68B0683A-A87C-4E01-A88F-77626396451B}" dt="2026-04-16T08:29:49.441" v="598" actId="26606"/>
          <ac:spMkLst>
            <pc:docMk/>
            <pc:sldMk cId="546158745" sldId="275"/>
            <ac:spMk id="18" creationId="{B3CA6683-2008-CC01-F6F4-D0609F577882}"/>
          </ac:spMkLst>
        </pc:spChg>
        <pc:spChg chg="add del">
          <ac:chgData name="Arjola Arapi-Gjini" userId="4a6bbe5004b7e73c" providerId="LiveId" clId="{68B0683A-A87C-4E01-A88F-77626396451B}" dt="2026-04-16T08:31:06.763" v="614" actId="26606"/>
          <ac:spMkLst>
            <pc:docMk/>
            <pc:sldMk cId="546158745" sldId="275"/>
            <ac:spMk id="20" creationId="{9F7D5CDA-D291-4307-BF55-1381FED29634}"/>
          </ac:spMkLst>
        </pc:spChg>
        <pc:spChg chg="add mod">
          <ac:chgData name="Arjola Arapi-Gjini" userId="4a6bbe5004b7e73c" providerId="LiveId" clId="{68B0683A-A87C-4E01-A88F-77626396451B}" dt="2026-04-16T08:45:58.866" v="890" actId="14100"/>
          <ac:spMkLst>
            <pc:docMk/>
            <pc:sldMk cId="546158745" sldId="275"/>
            <ac:spMk id="21" creationId="{B3CA6683-2008-CC01-F6F4-D0609F577882}"/>
          </ac:spMkLst>
        </pc:spChg>
        <pc:spChg chg="add del">
          <ac:chgData name="Arjola Arapi-Gjini" userId="4a6bbe5004b7e73c" providerId="LiveId" clId="{68B0683A-A87C-4E01-A88F-77626396451B}" dt="2026-04-16T08:34:00.024" v="628" actId="26606"/>
          <ac:spMkLst>
            <pc:docMk/>
            <pc:sldMk cId="546158745" sldId="275"/>
            <ac:spMk id="23" creationId="{649C91A9-84E7-4BF0-9026-62F01380D853}"/>
          </ac:spMkLst>
        </pc:spChg>
        <pc:spChg chg="add del">
          <ac:chgData name="Arjola Arapi-Gjini" userId="4a6bbe5004b7e73c" providerId="LiveId" clId="{68B0683A-A87C-4E01-A88F-77626396451B}" dt="2026-04-16T08:34:00.024" v="628" actId="26606"/>
          <ac:spMkLst>
            <pc:docMk/>
            <pc:sldMk cId="546158745" sldId="275"/>
            <ac:spMk id="24" creationId="{9B47378D-AD27-45D0-8C1C-5B1098DCC068}"/>
          </ac:spMkLst>
        </pc:spChg>
        <pc:spChg chg="add del">
          <ac:chgData name="Arjola Arapi-Gjini" userId="4a6bbe5004b7e73c" providerId="LiveId" clId="{68B0683A-A87C-4E01-A88F-77626396451B}" dt="2026-04-16T08:30:43.717" v="608" actId="26606"/>
          <ac:spMkLst>
            <pc:docMk/>
            <pc:sldMk cId="546158745" sldId="275"/>
            <ac:spMk id="26" creationId="{C0763A76-9F1C-4FC5-82B7-DD475DA461B2}"/>
          </ac:spMkLst>
        </pc:spChg>
        <pc:spChg chg="add del">
          <ac:chgData name="Arjola Arapi-Gjini" userId="4a6bbe5004b7e73c" providerId="LiveId" clId="{68B0683A-A87C-4E01-A88F-77626396451B}" dt="2026-04-16T08:30:43.717" v="608" actId="26606"/>
          <ac:spMkLst>
            <pc:docMk/>
            <pc:sldMk cId="546158745" sldId="275"/>
            <ac:spMk id="28" creationId="{E81BF4F6-F2CF-4984-9D14-D6966D92F99F}"/>
          </ac:spMkLst>
        </pc:spChg>
        <pc:spChg chg="add del">
          <ac:chgData name="Arjola Arapi-Gjini" userId="4a6bbe5004b7e73c" providerId="LiveId" clId="{68B0683A-A87C-4E01-A88F-77626396451B}" dt="2026-04-16T08:34:00.001" v="627" actId="26606"/>
          <ac:spMkLst>
            <pc:docMk/>
            <pc:sldMk cId="546158745" sldId="275"/>
            <ac:spMk id="29" creationId="{45D37F4E-DDB4-456B-97E0-9937730A039F}"/>
          </ac:spMkLst>
        </pc:spChg>
        <pc:spChg chg="add del">
          <ac:chgData name="Arjola Arapi-Gjini" userId="4a6bbe5004b7e73c" providerId="LiveId" clId="{68B0683A-A87C-4E01-A88F-77626396451B}" dt="2026-04-16T08:30:46.343" v="610" actId="26606"/>
          <ac:spMkLst>
            <pc:docMk/>
            <pc:sldMk cId="546158745" sldId="275"/>
            <ac:spMk id="30" creationId="{9F7D5CDA-D291-4307-BF55-1381FED29634}"/>
          </ac:spMkLst>
        </pc:spChg>
        <pc:spChg chg="add del">
          <ac:chgData name="Arjola Arapi-Gjini" userId="4a6bbe5004b7e73c" providerId="LiveId" clId="{68B0683A-A87C-4E01-A88F-77626396451B}" dt="2026-04-16T08:34:00.001" v="627" actId="26606"/>
          <ac:spMkLst>
            <pc:docMk/>
            <pc:sldMk cId="546158745" sldId="275"/>
            <ac:spMk id="31" creationId="{B2DD41CD-8F47-4F56-AD12-4E2FF7696987}"/>
          </ac:spMkLst>
        </pc:spChg>
        <pc:spChg chg="add del">
          <ac:chgData name="Arjola Arapi-Gjini" userId="4a6bbe5004b7e73c" providerId="LiveId" clId="{68B0683A-A87C-4E01-A88F-77626396451B}" dt="2026-04-16T08:30:49.804" v="612" actId="26606"/>
          <ac:spMkLst>
            <pc:docMk/>
            <pc:sldMk cId="546158745" sldId="275"/>
            <ac:spMk id="32" creationId="{3ECBE1F1-D69B-4AFA-ABD5-8E41720EF6DE}"/>
          </ac:spMkLst>
        </pc:spChg>
        <pc:spChg chg="add del">
          <ac:chgData name="Arjola Arapi-Gjini" userId="4a6bbe5004b7e73c" providerId="LiveId" clId="{68B0683A-A87C-4E01-A88F-77626396451B}" dt="2026-04-16T08:30:49.804" v="612" actId="26606"/>
          <ac:spMkLst>
            <pc:docMk/>
            <pc:sldMk cId="546158745" sldId="275"/>
            <ac:spMk id="33" creationId="{603A6265-E10C-4B85-9C20-E75FCAF9CC63}"/>
          </ac:spMkLst>
        </pc:spChg>
        <pc:spChg chg="add del">
          <ac:chgData name="Arjola Arapi-Gjini" userId="4a6bbe5004b7e73c" providerId="LiveId" clId="{68B0683A-A87C-4E01-A88F-77626396451B}" dt="2026-04-16T08:34:24.482" v="632" actId="26606"/>
          <ac:spMkLst>
            <pc:docMk/>
            <pc:sldMk cId="546158745" sldId="275"/>
            <ac:spMk id="38" creationId="{B6FACB3C-9069-4791-BC5C-0DB7CD19B853}"/>
          </ac:spMkLst>
        </pc:spChg>
        <pc:spChg chg="add del">
          <ac:chgData name="Arjola Arapi-Gjini" userId="4a6bbe5004b7e73c" providerId="LiveId" clId="{68B0683A-A87C-4E01-A88F-77626396451B}" dt="2026-04-16T08:34:24.482" v="632" actId="26606"/>
          <ac:spMkLst>
            <pc:docMk/>
            <pc:sldMk cId="546158745" sldId="275"/>
            <ac:spMk id="39" creationId="{71F2038E-D777-4B76-81DD-DD13EE91B9DD}"/>
          </ac:spMkLst>
        </pc:spChg>
        <pc:spChg chg="add del">
          <ac:chgData name="Arjola Arapi-Gjini" userId="4a6bbe5004b7e73c" providerId="LiveId" clId="{68B0683A-A87C-4E01-A88F-77626396451B}" dt="2026-04-16T08:34:24.473" v="631" actId="26606"/>
          <ac:spMkLst>
            <pc:docMk/>
            <pc:sldMk cId="546158745" sldId="275"/>
            <ac:spMk id="45" creationId="{5AA03EDC-7067-4DFF-B672-541D016AAAB8}"/>
          </ac:spMkLst>
        </pc:spChg>
        <pc:spChg chg="add del">
          <ac:chgData name="Arjola Arapi-Gjini" userId="4a6bbe5004b7e73c" providerId="LiveId" clId="{68B0683A-A87C-4E01-A88F-77626396451B}" dt="2026-04-16T08:34:24.473" v="631" actId="26606"/>
          <ac:spMkLst>
            <pc:docMk/>
            <pc:sldMk cId="546158745" sldId="275"/>
            <ac:spMk id="47" creationId="{0EBF3E39-B0BE-496A-8604-9007470FFA3A}"/>
          </ac:spMkLst>
        </pc:spChg>
        <pc:grpChg chg="add del">
          <ac:chgData name="Arjola Arapi-Gjini" userId="4a6bbe5004b7e73c" providerId="LiveId" clId="{68B0683A-A87C-4E01-A88F-77626396451B}" dt="2026-04-16T08:34:24.482" v="632" actId="26606"/>
          <ac:grpSpMkLst>
            <pc:docMk/>
            <pc:sldMk cId="546158745" sldId="275"/>
            <ac:grpSpMk id="40" creationId="{DD354807-230F-4402-B1B9-F733A8F1F190}"/>
          </ac:grpSpMkLst>
        </pc:grpChg>
        <pc:grpChg chg="add">
          <ac:chgData name="Arjola Arapi-Gjini" userId="4a6bbe5004b7e73c" providerId="LiveId" clId="{68B0683A-A87C-4E01-A88F-77626396451B}" dt="2026-04-16T08:34:24.482" v="632" actId="26606"/>
          <ac:grpSpMkLst>
            <pc:docMk/>
            <pc:sldMk cId="546158745" sldId="275"/>
            <ac:grpSpMk id="50" creationId="{114ED94A-C85D-4CD3-4205-438D21CE6B38}"/>
          </ac:grpSpMkLst>
        </pc:grpChg>
        <pc:graphicFrameChg chg="add del">
          <ac:chgData name="Arjola Arapi-Gjini" userId="4a6bbe5004b7e73c" providerId="LiveId" clId="{68B0683A-A87C-4E01-A88F-77626396451B}" dt="2026-04-16T08:29:48.272" v="596" actId="26606"/>
          <ac:graphicFrameMkLst>
            <pc:docMk/>
            <pc:sldMk cId="546158745" sldId="275"/>
            <ac:graphicFrameMk id="13" creationId="{3AA14C0E-F2B7-0F7B-4542-C118072E98ED}"/>
          </ac:graphicFrameMkLst>
        </pc:graphicFrameChg>
        <pc:picChg chg="add del">
          <ac:chgData name="Arjola Arapi-Gjini" userId="4a6bbe5004b7e73c" providerId="LiveId" clId="{68B0683A-A87C-4E01-A88F-77626396451B}" dt="2026-04-16T08:29:33.788" v="594" actId="26606"/>
          <ac:picMkLst>
            <pc:docMk/>
            <pc:sldMk cId="546158745" sldId="275"/>
            <ac:picMk id="5" creationId="{2D9B73BC-8FCB-4811-47FB-CB39790DF0AE}"/>
          </ac:picMkLst>
        </pc:picChg>
        <pc:picChg chg="add del">
          <ac:chgData name="Arjola Arapi-Gjini" userId="4a6bbe5004b7e73c" providerId="LiveId" clId="{68B0683A-A87C-4E01-A88F-77626396451B}" dt="2026-04-16T08:29:48.272" v="596" actId="26606"/>
          <ac:picMkLst>
            <pc:docMk/>
            <pc:sldMk cId="546158745" sldId="275"/>
            <ac:picMk id="6" creationId="{88BB61F7-395E-4E09-EBC9-77918237A409}"/>
          </ac:picMkLst>
        </pc:picChg>
        <pc:picChg chg="add mod ord">
          <ac:chgData name="Arjola Arapi-Gjini" userId="4a6bbe5004b7e73c" providerId="LiveId" clId="{68B0683A-A87C-4E01-A88F-77626396451B}" dt="2026-04-16T08:46:14.852" v="894" actId="1076"/>
          <ac:picMkLst>
            <pc:docMk/>
            <pc:sldMk cId="546158745" sldId="275"/>
            <ac:picMk id="7" creationId="{672CABA0-4027-8644-83D9-77F1A5DA606F}"/>
          </ac:picMkLst>
        </pc:picChg>
        <pc:picChg chg="add del">
          <ac:chgData name="Arjola Arapi-Gjini" userId="4a6bbe5004b7e73c" providerId="LiveId" clId="{68B0683A-A87C-4E01-A88F-77626396451B}" dt="2026-04-16T08:29:49.441" v="598" actId="26606"/>
          <ac:picMkLst>
            <pc:docMk/>
            <pc:sldMk cId="546158745" sldId="275"/>
            <ac:picMk id="16" creationId="{2D9B73BC-8FCB-4811-47FB-CB39790DF0AE}"/>
          </ac:picMkLst>
        </pc:picChg>
        <pc:picChg chg="add del">
          <ac:chgData name="Arjola Arapi-Gjini" userId="4a6bbe5004b7e73c" providerId="LiveId" clId="{68B0683A-A87C-4E01-A88F-77626396451B}" dt="2026-04-16T08:29:58.243" v="600" actId="478"/>
          <ac:picMkLst>
            <pc:docMk/>
            <pc:sldMk cId="546158745" sldId="275"/>
            <ac:picMk id="22" creationId="{FD806EE6-4EBF-22AE-C108-84DEC66380E6}"/>
          </ac:picMkLst>
        </pc:picChg>
      </pc:sldChg>
      <pc:sldChg chg="addSp delSp modSp new mod setBg">
        <pc:chgData name="Arjola Arapi-Gjini" userId="4a6bbe5004b7e73c" providerId="LiveId" clId="{68B0683A-A87C-4E01-A88F-77626396451B}" dt="2026-04-17T08:24:53.853" v="3058" actId="20577"/>
        <pc:sldMkLst>
          <pc:docMk/>
          <pc:sldMk cId="3449110165" sldId="276"/>
        </pc:sldMkLst>
        <pc:spChg chg="mod">
          <ac:chgData name="Arjola Arapi-Gjini" userId="4a6bbe5004b7e73c" providerId="LiveId" clId="{68B0683A-A87C-4E01-A88F-77626396451B}" dt="2026-04-16T09:18:52.921" v="1308" actId="26606"/>
          <ac:spMkLst>
            <pc:docMk/>
            <pc:sldMk cId="3449110165" sldId="276"/>
            <ac:spMk id="2" creationId="{D1E36543-5860-2A8B-C5B0-6BA62DAC3981}"/>
          </ac:spMkLst>
        </pc:spChg>
        <pc:spChg chg="add del mod">
          <ac:chgData name="Arjola Arapi-Gjini" userId="4a6bbe5004b7e73c" providerId="LiveId" clId="{68B0683A-A87C-4E01-A88F-77626396451B}" dt="2026-04-16T09:18:52.921" v="1308" actId="26606"/>
          <ac:spMkLst>
            <pc:docMk/>
            <pc:sldMk cId="3449110165" sldId="276"/>
            <ac:spMk id="3" creationId="{3E87B5ED-3922-197A-A499-89849B8E9FA8}"/>
          </ac:spMkLst>
        </pc:spChg>
        <pc:spChg chg="add del">
          <ac:chgData name="Arjola Arapi-Gjini" userId="4a6bbe5004b7e73c" providerId="LiveId" clId="{68B0683A-A87C-4E01-A88F-77626396451B}" dt="2026-04-16T09:18:10.519" v="1297" actId="26606"/>
          <ac:spMkLst>
            <pc:docMk/>
            <pc:sldMk cId="3449110165" sldId="276"/>
            <ac:spMk id="8" creationId="{907EF6B7-1338-4443-8C46-6A318D952DFD}"/>
          </ac:spMkLst>
        </pc:spChg>
        <pc:spChg chg="add del">
          <ac:chgData name="Arjola Arapi-Gjini" userId="4a6bbe5004b7e73c" providerId="LiveId" clId="{68B0683A-A87C-4E01-A88F-77626396451B}" dt="2026-04-16T09:17:57.662" v="1295" actId="26606"/>
          <ac:spMkLst>
            <pc:docMk/>
            <pc:sldMk cId="3449110165" sldId="276"/>
            <ac:spMk id="9" creationId="{BACC6370-2D7E-4714-9D71-7542949D7D5D}"/>
          </ac:spMkLst>
        </pc:spChg>
        <pc:spChg chg="add del">
          <ac:chgData name="Arjola Arapi-Gjini" userId="4a6bbe5004b7e73c" providerId="LiveId" clId="{68B0683A-A87C-4E01-A88F-77626396451B}" dt="2026-04-16T09:18:10.519" v="1297" actId="26606"/>
          <ac:spMkLst>
            <pc:docMk/>
            <pc:sldMk cId="3449110165" sldId="276"/>
            <ac:spMk id="10" creationId="{DAAE4CDD-124C-4DCF-9584-B6033B545DD5}"/>
          </ac:spMkLst>
        </pc:spChg>
        <pc:spChg chg="add del">
          <ac:chgData name="Arjola Arapi-Gjini" userId="4a6bbe5004b7e73c" providerId="LiveId" clId="{68B0683A-A87C-4E01-A88F-77626396451B}" dt="2026-04-16T09:17:57.662" v="1295" actId="26606"/>
          <ac:spMkLst>
            <pc:docMk/>
            <pc:sldMk cId="3449110165" sldId="276"/>
            <ac:spMk id="11" creationId="{F68B3F68-107C-434F-AA38-110D5EA91B85}"/>
          </ac:spMkLst>
        </pc:spChg>
        <pc:spChg chg="add del">
          <ac:chgData name="Arjola Arapi-Gjini" userId="4a6bbe5004b7e73c" providerId="LiveId" clId="{68B0683A-A87C-4E01-A88F-77626396451B}" dt="2026-04-16T09:18:10.519" v="1297" actId="26606"/>
          <ac:spMkLst>
            <pc:docMk/>
            <pc:sldMk cId="3449110165" sldId="276"/>
            <ac:spMk id="12" creationId="{081E4A58-353D-44AE-B2FC-2A74E2E400F7}"/>
          </ac:spMkLst>
        </pc:spChg>
        <pc:spChg chg="add del">
          <ac:chgData name="Arjola Arapi-Gjini" userId="4a6bbe5004b7e73c" providerId="LiveId" clId="{68B0683A-A87C-4E01-A88F-77626396451B}" dt="2026-04-16T09:17:57.662" v="1295" actId="26606"/>
          <ac:spMkLst>
            <pc:docMk/>
            <pc:sldMk cId="3449110165" sldId="276"/>
            <ac:spMk id="13" creationId="{AAD0DBB9-1A4B-4391-81D4-CB19F9AB918A}"/>
          </ac:spMkLst>
        </pc:spChg>
        <pc:spChg chg="add del">
          <ac:chgData name="Arjola Arapi-Gjini" userId="4a6bbe5004b7e73c" providerId="LiveId" clId="{68B0683A-A87C-4E01-A88F-77626396451B}" dt="2026-04-16T09:18:18.247" v="1299" actId="26606"/>
          <ac:spMkLst>
            <pc:docMk/>
            <pc:sldMk cId="3449110165" sldId="276"/>
            <ac:spMk id="14" creationId="{4300840D-0A0B-4512-BACA-B439D5B9C57C}"/>
          </ac:spMkLst>
        </pc:spChg>
        <pc:spChg chg="add del">
          <ac:chgData name="Arjola Arapi-Gjini" userId="4a6bbe5004b7e73c" providerId="LiveId" clId="{68B0683A-A87C-4E01-A88F-77626396451B}" dt="2026-04-16T09:17:57.662" v="1295" actId="26606"/>
          <ac:spMkLst>
            <pc:docMk/>
            <pc:sldMk cId="3449110165" sldId="276"/>
            <ac:spMk id="15" creationId="{063BBA22-50EA-4C4D-BE05-F1CE4E63AA56}"/>
          </ac:spMkLst>
        </pc:spChg>
        <pc:spChg chg="add del">
          <ac:chgData name="Arjola Arapi-Gjini" userId="4a6bbe5004b7e73c" providerId="LiveId" clId="{68B0683A-A87C-4E01-A88F-77626396451B}" dt="2026-04-16T09:18:18.247" v="1299" actId="26606"/>
          <ac:spMkLst>
            <pc:docMk/>
            <pc:sldMk cId="3449110165" sldId="276"/>
            <ac:spMk id="16" creationId="{D2B78728-A580-49A7-84F9-6EF6F583ADE0}"/>
          </ac:spMkLst>
        </pc:spChg>
        <pc:spChg chg="add del">
          <ac:chgData name="Arjola Arapi-Gjini" userId="4a6bbe5004b7e73c" providerId="LiveId" clId="{68B0683A-A87C-4E01-A88F-77626396451B}" dt="2026-04-16T09:18:10.519" v="1297" actId="26606"/>
          <ac:spMkLst>
            <pc:docMk/>
            <pc:sldMk cId="3449110165" sldId="276"/>
            <ac:spMk id="17" creationId="{3E87B5ED-3922-197A-A499-89849B8E9FA8}"/>
          </ac:spMkLst>
        </pc:spChg>
        <pc:spChg chg="add del">
          <ac:chgData name="Arjola Arapi-Gjini" userId="4a6bbe5004b7e73c" providerId="LiveId" clId="{68B0683A-A87C-4E01-A88F-77626396451B}" dt="2026-04-16T09:18:18.247" v="1299" actId="26606"/>
          <ac:spMkLst>
            <pc:docMk/>
            <pc:sldMk cId="3449110165" sldId="276"/>
            <ac:spMk id="18" creationId="{38FAA1A1-D861-433F-88FA-1E9D6FD31D11}"/>
          </ac:spMkLst>
        </pc:spChg>
        <pc:spChg chg="add del">
          <ac:chgData name="Arjola Arapi-Gjini" userId="4a6bbe5004b7e73c" providerId="LiveId" clId="{68B0683A-A87C-4E01-A88F-77626396451B}" dt="2026-04-16T09:18:18.247" v="1299" actId="26606"/>
          <ac:spMkLst>
            <pc:docMk/>
            <pc:sldMk cId="3449110165" sldId="276"/>
            <ac:spMk id="19" creationId="{09588DA8-065E-4F6F-8EFD-43104AB2E0CF}"/>
          </ac:spMkLst>
        </pc:spChg>
        <pc:spChg chg="add del">
          <ac:chgData name="Arjola Arapi-Gjini" userId="4a6bbe5004b7e73c" providerId="LiveId" clId="{68B0683A-A87C-4E01-A88F-77626396451B}" dt="2026-04-16T09:18:18.247" v="1299" actId="26606"/>
          <ac:spMkLst>
            <pc:docMk/>
            <pc:sldMk cId="3449110165" sldId="276"/>
            <ac:spMk id="20" creationId="{8D71EDA1-87BF-4D5D-AB79-F346FD19278A}"/>
          </ac:spMkLst>
        </pc:spChg>
        <pc:spChg chg="add del">
          <ac:chgData name="Arjola Arapi-Gjini" userId="4a6bbe5004b7e73c" providerId="LiveId" clId="{68B0683A-A87C-4E01-A88F-77626396451B}" dt="2026-04-16T09:18:18.247" v="1299" actId="26606"/>
          <ac:spMkLst>
            <pc:docMk/>
            <pc:sldMk cId="3449110165" sldId="276"/>
            <ac:spMk id="21" creationId="{C4285719-470E-454C-AF62-8323075F1F5B}"/>
          </ac:spMkLst>
        </pc:spChg>
        <pc:spChg chg="add del">
          <ac:chgData name="Arjola Arapi-Gjini" userId="4a6bbe5004b7e73c" providerId="LiveId" clId="{68B0683A-A87C-4E01-A88F-77626396451B}" dt="2026-04-16T09:18:18.247" v="1299" actId="26606"/>
          <ac:spMkLst>
            <pc:docMk/>
            <pc:sldMk cId="3449110165" sldId="276"/>
            <ac:spMk id="22" creationId="{CD9FE4EF-C4D8-49A0-B2FF-81D8DB7D8A24}"/>
          </ac:spMkLst>
        </pc:spChg>
        <pc:spChg chg="add del">
          <ac:chgData name="Arjola Arapi-Gjini" userId="4a6bbe5004b7e73c" providerId="LiveId" clId="{68B0683A-A87C-4E01-A88F-77626396451B}" dt="2026-04-16T09:18:18.247" v="1299" actId="26606"/>
          <ac:spMkLst>
            <pc:docMk/>
            <pc:sldMk cId="3449110165" sldId="276"/>
            <ac:spMk id="23" creationId="{3E87B5ED-3922-197A-A499-89849B8E9FA8}"/>
          </ac:spMkLst>
        </pc:spChg>
        <pc:spChg chg="add del">
          <ac:chgData name="Arjola Arapi-Gjini" userId="4a6bbe5004b7e73c" providerId="LiveId" clId="{68B0683A-A87C-4E01-A88F-77626396451B}" dt="2026-04-16T09:18:21.586" v="1301" actId="26606"/>
          <ac:spMkLst>
            <pc:docMk/>
            <pc:sldMk cId="3449110165" sldId="276"/>
            <ac:spMk id="25" creationId="{04812C46-200A-4DEB-A05E-3ED6C68C2387}"/>
          </ac:spMkLst>
        </pc:spChg>
        <pc:spChg chg="add del">
          <ac:chgData name="Arjola Arapi-Gjini" userId="4a6bbe5004b7e73c" providerId="LiveId" clId="{68B0683A-A87C-4E01-A88F-77626396451B}" dt="2026-04-16T09:18:21.586" v="1301" actId="26606"/>
          <ac:spMkLst>
            <pc:docMk/>
            <pc:sldMk cId="3449110165" sldId="276"/>
            <ac:spMk id="27" creationId="{D1EA859B-E555-4109-94F3-6700E046E008}"/>
          </ac:spMkLst>
        </pc:spChg>
        <pc:spChg chg="add del">
          <ac:chgData name="Arjola Arapi-Gjini" userId="4a6bbe5004b7e73c" providerId="LiveId" clId="{68B0683A-A87C-4E01-A88F-77626396451B}" dt="2026-04-16T09:18:21.586" v="1301" actId="26606"/>
          <ac:spMkLst>
            <pc:docMk/>
            <pc:sldMk cId="3449110165" sldId="276"/>
            <ac:spMk id="28" creationId="{3E87B5ED-3922-197A-A499-89849B8E9FA8}"/>
          </ac:spMkLst>
        </pc:spChg>
        <pc:spChg chg="add del">
          <ac:chgData name="Arjola Arapi-Gjini" userId="4a6bbe5004b7e73c" providerId="LiveId" clId="{68B0683A-A87C-4E01-A88F-77626396451B}" dt="2026-04-16T09:18:31.783" v="1303" actId="26606"/>
          <ac:spMkLst>
            <pc:docMk/>
            <pc:sldMk cId="3449110165" sldId="276"/>
            <ac:spMk id="30" creationId="{907EF6B7-1338-4443-8C46-6A318D952DFD}"/>
          </ac:spMkLst>
        </pc:spChg>
        <pc:spChg chg="add del">
          <ac:chgData name="Arjola Arapi-Gjini" userId="4a6bbe5004b7e73c" providerId="LiveId" clId="{68B0683A-A87C-4E01-A88F-77626396451B}" dt="2026-04-16T09:18:31.783" v="1303" actId="26606"/>
          <ac:spMkLst>
            <pc:docMk/>
            <pc:sldMk cId="3449110165" sldId="276"/>
            <ac:spMk id="31" creationId="{DAAE4CDD-124C-4DCF-9584-B6033B545DD5}"/>
          </ac:spMkLst>
        </pc:spChg>
        <pc:spChg chg="add del">
          <ac:chgData name="Arjola Arapi-Gjini" userId="4a6bbe5004b7e73c" providerId="LiveId" clId="{68B0683A-A87C-4E01-A88F-77626396451B}" dt="2026-04-16T09:18:31.783" v="1303" actId="26606"/>
          <ac:spMkLst>
            <pc:docMk/>
            <pc:sldMk cId="3449110165" sldId="276"/>
            <ac:spMk id="32" creationId="{081E4A58-353D-44AE-B2FC-2A74E2E400F7}"/>
          </ac:spMkLst>
        </pc:spChg>
        <pc:spChg chg="add del">
          <ac:chgData name="Arjola Arapi-Gjini" userId="4a6bbe5004b7e73c" providerId="LiveId" clId="{68B0683A-A87C-4E01-A88F-77626396451B}" dt="2026-04-16T09:18:31.783" v="1303" actId="26606"/>
          <ac:spMkLst>
            <pc:docMk/>
            <pc:sldMk cId="3449110165" sldId="276"/>
            <ac:spMk id="33" creationId="{3E87B5ED-3922-197A-A499-89849B8E9FA8}"/>
          </ac:spMkLst>
        </pc:spChg>
        <pc:spChg chg="add del">
          <ac:chgData name="Arjola Arapi-Gjini" userId="4a6bbe5004b7e73c" providerId="LiveId" clId="{68B0683A-A87C-4E01-A88F-77626396451B}" dt="2026-04-16T09:18:52.909" v="1307" actId="26606"/>
          <ac:spMkLst>
            <pc:docMk/>
            <pc:sldMk cId="3449110165" sldId="276"/>
            <ac:spMk id="37" creationId="{BACC6370-2D7E-4714-9D71-7542949D7D5D}"/>
          </ac:spMkLst>
        </pc:spChg>
        <pc:spChg chg="add del">
          <ac:chgData name="Arjola Arapi-Gjini" userId="4a6bbe5004b7e73c" providerId="LiveId" clId="{68B0683A-A87C-4E01-A88F-77626396451B}" dt="2026-04-16T09:18:52.909" v="1307" actId="26606"/>
          <ac:spMkLst>
            <pc:docMk/>
            <pc:sldMk cId="3449110165" sldId="276"/>
            <ac:spMk id="38" creationId="{F68B3F68-107C-434F-AA38-110D5EA91B85}"/>
          </ac:spMkLst>
        </pc:spChg>
        <pc:spChg chg="add del">
          <ac:chgData name="Arjola Arapi-Gjini" userId="4a6bbe5004b7e73c" providerId="LiveId" clId="{68B0683A-A87C-4E01-A88F-77626396451B}" dt="2026-04-16T09:18:52.909" v="1307" actId="26606"/>
          <ac:spMkLst>
            <pc:docMk/>
            <pc:sldMk cId="3449110165" sldId="276"/>
            <ac:spMk id="39" creationId="{AAD0DBB9-1A4B-4391-81D4-CB19F9AB918A}"/>
          </ac:spMkLst>
        </pc:spChg>
        <pc:spChg chg="add del">
          <ac:chgData name="Arjola Arapi-Gjini" userId="4a6bbe5004b7e73c" providerId="LiveId" clId="{68B0683A-A87C-4E01-A88F-77626396451B}" dt="2026-04-16T09:18:52.909" v="1307" actId="26606"/>
          <ac:spMkLst>
            <pc:docMk/>
            <pc:sldMk cId="3449110165" sldId="276"/>
            <ac:spMk id="40" creationId="{063BBA22-50EA-4C4D-BE05-F1CE4E63AA56}"/>
          </ac:spMkLst>
        </pc:spChg>
        <pc:spChg chg="add">
          <ac:chgData name="Arjola Arapi-Gjini" userId="4a6bbe5004b7e73c" providerId="LiveId" clId="{68B0683A-A87C-4E01-A88F-77626396451B}" dt="2026-04-16T09:18:52.921" v="1308" actId="26606"/>
          <ac:spMkLst>
            <pc:docMk/>
            <pc:sldMk cId="3449110165" sldId="276"/>
            <ac:spMk id="43" creationId="{907EF6B7-1338-4443-8C46-6A318D952DFD}"/>
          </ac:spMkLst>
        </pc:spChg>
        <pc:spChg chg="add">
          <ac:chgData name="Arjola Arapi-Gjini" userId="4a6bbe5004b7e73c" providerId="LiveId" clId="{68B0683A-A87C-4E01-A88F-77626396451B}" dt="2026-04-16T09:18:52.921" v="1308" actId="26606"/>
          <ac:spMkLst>
            <pc:docMk/>
            <pc:sldMk cId="3449110165" sldId="276"/>
            <ac:spMk id="44" creationId="{DAAE4CDD-124C-4DCF-9584-B6033B545DD5}"/>
          </ac:spMkLst>
        </pc:spChg>
        <pc:spChg chg="add">
          <ac:chgData name="Arjola Arapi-Gjini" userId="4a6bbe5004b7e73c" providerId="LiveId" clId="{68B0683A-A87C-4E01-A88F-77626396451B}" dt="2026-04-16T09:18:52.921" v="1308" actId="26606"/>
          <ac:spMkLst>
            <pc:docMk/>
            <pc:sldMk cId="3449110165" sldId="276"/>
            <ac:spMk id="45" creationId="{081E4A58-353D-44AE-B2FC-2A74E2E400F7}"/>
          </ac:spMkLst>
        </pc:spChg>
        <pc:spChg chg="add mod">
          <ac:chgData name="Arjola Arapi-Gjini" userId="4a6bbe5004b7e73c" providerId="LiveId" clId="{68B0683A-A87C-4E01-A88F-77626396451B}" dt="2026-04-17T08:24:53.853" v="3058" actId="20577"/>
          <ac:spMkLst>
            <pc:docMk/>
            <pc:sldMk cId="3449110165" sldId="276"/>
            <ac:spMk id="46" creationId="{3E87B5ED-3922-197A-A499-89849B8E9FA8}"/>
          </ac:spMkLst>
        </pc:spChg>
        <pc:graphicFrameChg chg="add del">
          <ac:chgData name="Arjola Arapi-Gjini" userId="4a6bbe5004b7e73c" providerId="LiveId" clId="{68B0683A-A87C-4E01-A88F-77626396451B}" dt="2026-04-16T09:17:57.662" v="1295" actId="26606"/>
          <ac:graphicFrameMkLst>
            <pc:docMk/>
            <pc:sldMk cId="3449110165" sldId="276"/>
            <ac:graphicFrameMk id="5" creationId="{CDE3BAF8-54E8-3730-6146-7BA6F21BE0D9}"/>
          </ac:graphicFrameMkLst>
        </pc:graphicFrameChg>
        <pc:graphicFrameChg chg="add del">
          <ac:chgData name="Arjola Arapi-Gjini" userId="4a6bbe5004b7e73c" providerId="LiveId" clId="{68B0683A-A87C-4E01-A88F-77626396451B}" dt="2026-04-16T09:18:44.511" v="1305" actId="26606"/>
          <ac:graphicFrameMkLst>
            <pc:docMk/>
            <pc:sldMk cId="3449110165" sldId="276"/>
            <ac:graphicFrameMk id="35" creationId="{AA8B18BF-3DEE-F8E3-0C76-9C3106AE9E5E}"/>
          </ac:graphicFrameMkLst>
        </pc:graphicFrameChg>
        <pc:graphicFrameChg chg="add del">
          <ac:chgData name="Arjola Arapi-Gjini" userId="4a6bbe5004b7e73c" providerId="LiveId" clId="{68B0683A-A87C-4E01-A88F-77626396451B}" dt="2026-04-16T09:18:52.909" v="1307" actId="26606"/>
          <ac:graphicFrameMkLst>
            <pc:docMk/>
            <pc:sldMk cId="3449110165" sldId="276"/>
            <ac:graphicFrameMk id="41" creationId="{CDE3BAF8-54E8-3730-6146-7BA6F21BE0D9}"/>
          </ac:graphicFrameMkLst>
        </pc:graphicFrameChg>
        <pc:picChg chg="add del">
          <ac:chgData name="Arjola Arapi-Gjini" userId="4a6bbe5004b7e73c" providerId="LiveId" clId="{68B0683A-A87C-4E01-A88F-77626396451B}" dt="2026-04-16T09:18:21.586" v="1301" actId="26606"/>
          <ac:picMkLst>
            <pc:docMk/>
            <pc:sldMk cId="3449110165" sldId="276"/>
            <ac:picMk id="26" creationId="{983AEA14-8A7C-AE3E-7547-ABC80977C435}"/>
          </ac:picMkLst>
        </pc:picChg>
      </pc:sldChg>
      <pc:sldChg chg="addSp delSp modSp new mod setBg modClrScheme chgLayout">
        <pc:chgData name="Arjola Arapi-Gjini" userId="4a6bbe5004b7e73c" providerId="LiveId" clId="{68B0683A-A87C-4E01-A88F-77626396451B}" dt="2026-04-17T07:11:46.105" v="2860" actId="26606"/>
        <pc:sldMkLst>
          <pc:docMk/>
          <pc:sldMk cId="1590324294" sldId="277"/>
        </pc:sldMkLst>
        <pc:spChg chg="add mod">
          <ac:chgData name="Arjola Arapi-Gjini" userId="4a6bbe5004b7e73c" providerId="LiveId" clId="{68B0683A-A87C-4E01-A88F-77626396451B}" dt="2026-04-17T07:11:46.105" v="2860" actId="26606"/>
          <ac:spMkLst>
            <pc:docMk/>
            <pc:sldMk cId="1590324294" sldId="277"/>
            <ac:spMk id="2" creationId="{BD074637-456E-24ED-359A-5F0BD6F88A8E}"/>
          </ac:spMkLst>
        </pc:spChg>
        <pc:spChg chg="add mod">
          <ac:chgData name="Arjola Arapi-Gjini" userId="4a6bbe5004b7e73c" providerId="LiveId" clId="{68B0683A-A87C-4E01-A88F-77626396451B}" dt="2026-04-17T07:11:46.105" v="2860" actId="26606"/>
          <ac:spMkLst>
            <pc:docMk/>
            <pc:sldMk cId="1590324294" sldId="277"/>
            <ac:spMk id="3" creationId="{8EC18C78-2F01-18BE-D21B-88C3BCE1D932}"/>
          </ac:spMkLst>
        </pc:spChg>
        <pc:spChg chg="add">
          <ac:chgData name="Arjola Arapi-Gjini" userId="4a6bbe5004b7e73c" providerId="LiveId" clId="{68B0683A-A87C-4E01-A88F-77626396451B}" dt="2026-04-17T07:11:46.105" v="2860" actId="26606"/>
          <ac:spMkLst>
            <pc:docMk/>
            <pc:sldMk cId="1590324294" sldId="277"/>
            <ac:spMk id="8" creationId="{907EF6B7-1338-4443-8C46-6A318D952DFD}"/>
          </ac:spMkLst>
        </pc:spChg>
        <pc:spChg chg="add">
          <ac:chgData name="Arjola Arapi-Gjini" userId="4a6bbe5004b7e73c" providerId="LiveId" clId="{68B0683A-A87C-4E01-A88F-77626396451B}" dt="2026-04-17T07:11:46.105" v="2860" actId="26606"/>
          <ac:spMkLst>
            <pc:docMk/>
            <pc:sldMk cId="1590324294" sldId="277"/>
            <ac:spMk id="12" creationId="{081E4A58-353D-44AE-B2FC-2A74E2E400F7}"/>
          </ac:spMkLst>
        </pc:spChg>
        <pc:spChg chg="add">
          <ac:chgData name="Arjola Arapi-Gjini" userId="4a6bbe5004b7e73c" providerId="LiveId" clId="{68B0683A-A87C-4E01-A88F-77626396451B}" dt="2026-04-17T07:11:46.105" v="2860" actId="26606"/>
          <ac:spMkLst>
            <pc:docMk/>
            <pc:sldMk cId="1590324294" sldId="277"/>
            <ac:spMk id="23" creationId="{DAAE4CDD-124C-4DCF-9584-B6033B545DD5}"/>
          </ac:spMkLst>
        </pc:spChg>
        <pc:grpChg chg="add del">
          <ac:chgData name="Arjola Arapi-Gjini" userId="4a6bbe5004b7e73c" providerId="LiveId" clId="{68B0683A-A87C-4E01-A88F-77626396451B}" dt="2026-04-17T07:11:43.203" v="2857" actId="26606"/>
          <ac:grpSpMkLst>
            <pc:docMk/>
            <pc:sldMk cId="1590324294" sldId="277"/>
            <ac:grpSpMk id="10" creationId="{114ED94A-C85D-4CD3-4205-438D21CE6B38}"/>
          </ac:grpSpMkLst>
        </pc:grpChg>
        <pc:grpChg chg="add del">
          <ac:chgData name="Arjola Arapi-Gjini" userId="4a6bbe5004b7e73c" providerId="LiveId" clId="{68B0683A-A87C-4E01-A88F-77626396451B}" dt="2026-04-17T07:11:46.095" v="2859" actId="26606"/>
          <ac:grpSpMkLst>
            <pc:docMk/>
            <pc:sldMk cId="1590324294" sldId="277"/>
            <ac:grpSpMk id="16" creationId="{114ED94A-C85D-4CD3-4205-438D21CE6B38}"/>
          </ac:grpSpMkLst>
        </pc:grpChg>
        <pc:picChg chg="add del">
          <ac:chgData name="Arjola Arapi-Gjini" userId="4a6bbe5004b7e73c" providerId="LiveId" clId="{68B0683A-A87C-4E01-A88F-77626396451B}" dt="2026-04-17T07:11:43.203" v="2857" actId="26606"/>
          <ac:picMkLst>
            <pc:docMk/>
            <pc:sldMk cId="1590324294" sldId="277"/>
            <ac:picMk id="7" creationId="{AC24D929-3541-9287-F9F2-22456F43E185}"/>
          </ac:picMkLst>
        </pc:picChg>
        <pc:picChg chg="add del">
          <ac:chgData name="Arjola Arapi-Gjini" userId="4a6bbe5004b7e73c" providerId="LiveId" clId="{68B0683A-A87C-4E01-A88F-77626396451B}" dt="2026-04-17T07:11:46.095" v="2859" actId="26606"/>
          <ac:picMkLst>
            <pc:docMk/>
            <pc:sldMk cId="1590324294" sldId="277"/>
            <ac:picMk id="21" creationId="{BD746F41-4C15-CF6A-0457-B170CA13CEB1}"/>
          </ac:picMkLst>
        </pc:picChg>
      </pc:sldChg>
      <pc:sldChg chg="addSp delSp modSp new mod setBg">
        <pc:chgData name="Arjola Arapi-Gjini" userId="4a6bbe5004b7e73c" providerId="LiveId" clId="{68B0683A-A87C-4E01-A88F-77626396451B}" dt="2026-04-17T12:15:36.490" v="3222" actId="27918"/>
        <pc:sldMkLst>
          <pc:docMk/>
          <pc:sldMk cId="2588185744" sldId="278"/>
        </pc:sldMkLst>
        <pc:spChg chg="mod">
          <ac:chgData name="Arjola Arapi-Gjini" userId="4a6bbe5004b7e73c" providerId="LiveId" clId="{68B0683A-A87C-4E01-A88F-77626396451B}" dt="2026-04-17T07:11:51.298" v="2861" actId="26606"/>
          <ac:spMkLst>
            <pc:docMk/>
            <pc:sldMk cId="2588185744" sldId="278"/>
            <ac:spMk id="2" creationId="{3765EA88-B286-797C-E908-3CDC85E31602}"/>
          </ac:spMkLst>
        </pc:spChg>
        <pc:spChg chg="del">
          <ac:chgData name="Arjola Arapi-Gjini" userId="4a6bbe5004b7e73c" providerId="LiveId" clId="{68B0683A-A87C-4E01-A88F-77626396451B}" dt="2026-04-16T14:30:32.422" v="2388"/>
          <ac:spMkLst>
            <pc:docMk/>
            <pc:sldMk cId="2588185744" sldId="278"/>
            <ac:spMk id="3" creationId="{6C6FD4CA-723E-90F3-4EC0-3528DC2EA048}"/>
          </ac:spMkLst>
        </pc:spChg>
        <pc:spChg chg="add mod">
          <ac:chgData name="Arjola Arapi-Gjini" userId="4a6bbe5004b7e73c" providerId="LiveId" clId="{68B0683A-A87C-4E01-A88F-77626396451B}" dt="2026-04-17T07:11:51.298" v="2861" actId="26606"/>
          <ac:spMkLst>
            <pc:docMk/>
            <pc:sldMk cId="2588185744" sldId="278"/>
            <ac:spMk id="5" creationId="{F8E416BE-9C37-A11B-2B10-1BAE63D4FB89}"/>
          </ac:spMkLst>
        </pc:spChg>
        <pc:spChg chg="add">
          <ac:chgData name="Arjola Arapi-Gjini" userId="4a6bbe5004b7e73c" providerId="LiveId" clId="{68B0683A-A87C-4E01-A88F-77626396451B}" dt="2026-04-17T07:11:51.298" v="2861" actId="26606"/>
          <ac:spMkLst>
            <pc:docMk/>
            <pc:sldMk cId="2588185744" sldId="278"/>
            <ac:spMk id="10" creationId="{CBB0869A-0BE5-B3E9-F73D-2F3691E4D932}"/>
          </ac:spMkLst>
        </pc:spChg>
        <pc:graphicFrameChg chg="add del mod modGraphic">
          <ac:chgData name="Arjola Arapi-Gjini" userId="4a6bbe5004b7e73c" providerId="LiveId" clId="{68B0683A-A87C-4E01-A88F-77626396451B}" dt="2026-04-17T07:11:51.298" v="2861" actId="26606"/>
          <ac:graphicFrameMkLst>
            <pc:docMk/>
            <pc:sldMk cId="2588185744" sldId="278"/>
            <ac:graphicFrameMk id="4" creationId="{B98FB49A-7C4C-E5E0-16C4-6D99AFAF6EB0}"/>
          </ac:graphicFrameMkLst>
        </pc:graphicFrameChg>
        <pc:graphicFrameChg chg="add">
          <ac:chgData name="Arjola Arapi-Gjini" userId="4a6bbe5004b7e73c" providerId="LiveId" clId="{68B0683A-A87C-4E01-A88F-77626396451B}" dt="2026-04-17T07:11:51.298" v="2861" actId="26606"/>
          <ac:graphicFrameMkLst>
            <pc:docMk/>
            <pc:sldMk cId="2588185744" sldId="278"/>
            <ac:graphicFrameMk id="7" creationId="{661BFA09-4F03-63CC-F41D-0CE1450A2B05}"/>
          </ac:graphicFrameMkLst>
        </pc:graphicFrameChg>
      </pc:sldChg>
      <pc:sldChg chg="addSp modSp new mod setBg">
        <pc:chgData name="Arjola Arapi-Gjini" userId="4a6bbe5004b7e73c" providerId="LiveId" clId="{68B0683A-A87C-4E01-A88F-77626396451B}" dt="2026-04-17T09:10:39.222" v="3155" actId="20577"/>
        <pc:sldMkLst>
          <pc:docMk/>
          <pc:sldMk cId="1941893220" sldId="279"/>
        </pc:sldMkLst>
        <pc:spChg chg="mod">
          <ac:chgData name="Arjola Arapi-Gjini" userId="4a6bbe5004b7e73c" providerId="LiveId" clId="{68B0683A-A87C-4E01-A88F-77626396451B}" dt="2026-04-17T07:12:22.045" v="2862" actId="26606"/>
          <ac:spMkLst>
            <pc:docMk/>
            <pc:sldMk cId="1941893220" sldId="279"/>
            <ac:spMk id="2" creationId="{B0BC4619-9E2E-8921-F264-A39D522D08F3}"/>
          </ac:spMkLst>
        </pc:spChg>
        <pc:spChg chg="mod">
          <ac:chgData name="Arjola Arapi-Gjini" userId="4a6bbe5004b7e73c" providerId="LiveId" clId="{68B0683A-A87C-4E01-A88F-77626396451B}" dt="2026-04-17T09:10:39.222" v="3155" actId="20577"/>
          <ac:spMkLst>
            <pc:docMk/>
            <pc:sldMk cId="1941893220" sldId="279"/>
            <ac:spMk id="3" creationId="{C73D1C39-679E-FD21-7CAA-426466325259}"/>
          </ac:spMkLst>
        </pc:spChg>
        <pc:spChg chg="add">
          <ac:chgData name="Arjola Arapi-Gjini" userId="4a6bbe5004b7e73c" providerId="LiveId" clId="{68B0683A-A87C-4E01-A88F-77626396451B}" dt="2026-04-17T07:12:22.045" v="2862" actId="26606"/>
          <ac:spMkLst>
            <pc:docMk/>
            <pc:sldMk cId="1941893220" sldId="279"/>
            <ac:spMk id="8" creationId="{907EF6B7-1338-4443-8C46-6A318D952DFD}"/>
          </ac:spMkLst>
        </pc:spChg>
        <pc:spChg chg="add">
          <ac:chgData name="Arjola Arapi-Gjini" userId="4a6bbe5004b7e73c" providerId="LiveId" clId="{68B0683A-A87C-4E01-A88F-77626396451B}" dt="2026-04-17T07:12:22.045" v="2862" actId="26606"/>
          <ac:spMkLst>
            <pc:docMk/>
            <pc:sldMk cId="1941893220" sldId="279"/>
            <ac:spMk id="10" creationId="{DAAE4CDD-124C-4DCF-9584-B6033B545DD5}"/>
          </ac:spMkLst>
        </pc:spChg>
        <pc:spChg chg="add">
          <ac:chgData name="Arjola Arapi-Gjini" userId="4a6bbe5004b7e73c" providerId="LiveId" clId="{68B0683A-A87C-4E01-A88F-77626396451B}" dt="2026-04-17T07:12:22.045" v="2862" actId="26606"/>
          <ac:spMkLst>
            <pc:docMk/>
            <pc:sldMk cId="1941893220" sldId="279"/>
            <ac:spMk id="12" creationId="{081E4A58-353D-44AE-B2FC-2A74E2E400F7}"/>
          </ac:spMkLst>
        </pc:spChg>
      </pc:sldChg>
      <pc:sldChg chg="addSp modSp new mod setBg">
        <pc:chgData name="Arjola Arapi-Gjini" userId="4a6bbe5004b7e73c" providerId="LiveId" clId="{68B0683A-A87C-4E01-A88F-77626396451B}" dt="2026-04-17T07:12:34.776" v="2863" actId="26606"/>
        <pc:sldMkLst>
          <pc:docMk/>
          <pc:sldMk cId="4087597041" sldId="280"/>
        </pc:sldMkLst>
        <pc:spChg chg="mod">
          <ac:chgData name="Arjola Arapi-Gjini" userId="4a6bbe5004b7e73c" providerId="LiveId" clId="{68B0683A-A87C-4E01-A88F-77626396451B}" dt="2026-04-17T07:12:34.776" v="2863" actId="26606"/>
          <ac:spMkLst>
            <pc:docMk/>
            <pc:sldMk cId="4087597041" sldId="280"/>
            <ac:spMk id="2" creationId="{1E901E69-97AE-4149-1ED3-D7C3FE430899}"/>
          </ac:spMkLst>
        </pc:spChg>
        <pc:spChg chg="mod">
          <ac:chgData name="Arjola Arapi-Gjini" userId="4a6bbe5004b7e73c" providerId="LiveId" clId="{68B0683A-A87C-4E01-A88F-77626396451B}" dt="2026-04-17T07:12:34.776" v="2863" actId="26606"/>
          <ac:spMkLst>
            <pc:docMk/>
            <pc:sldMk cId="4087597041" sldId="280"/>
            <ac:spMk id="3" creationId="{73BCCB7A-EADA-8881-F93C-43C32150A19E}"/>
          </ac:spMkLst>
        </pc:spChg>
        <pc:spChg chg="add">
          <ac:chgData name="Arjola Arapi-Gjini" userId="4a6bbe5004b7e73c" providerId="LiveId" clId="{68B0683A-A87C-4E01-A88F-77626396451B}" dt="2026-04-17T07:12:34.776" v="2863" actId="26606"/>
          <ac:spMkLst>
            <pc:docMk/>
            <pc:sldMk cId="4087597041" sldId="280"/>
            <ac:spMk id="8" creationId="{907EF6B7-1338-4443-8C46-6A318D952DFD}"/>
          </ac:spMkLst>
        </pc:spChg>
        <pc:spChg chg="add">
          <ac:chgData name="Arjola Arapi-Gjini" userId="4a6bbe5004b7e73c" providerId="LiveId" clId="{68B0683A-A87C-4E01-A88F-77626396451B}" dt="2026-04-17T07:12:34.776" v="2863" actId="26606"/>
          <ac:spMkLst>
            <pc:docMk/>
            <pc:sldMk cId="4087597041" sldId="280"/>
            <ac:spMk id="10" creationId="{DAAE4CDD-124C-4DCF-9584-B6033B545DD5}"/>
          </ac:spMkLst>
        </pc:spChg>
        <pc:spChg chg="add">
          <ac:chgData name="Arjola Arapi-Gjini" userId="4a6bbe5004b7e73c" providerId="LiveId" clId="{68B0683A-A87C-4E01-A88F-77626396451B}" dt="2026-04-17T07:12:34.776" v="2863" actId="26606"/>
          <ac:spMkLst>
            <pc:docMk/>
            <pc:sldMk cId="4087597041" sldId="280"/>
            <ac:spMk id="12" creationId="{081E4A58-353D-44AE-B2FC-2A74E2E400F7}"/>
          </ac:spMkLst>
        </pc:spChg>
      </pc:sldChg>
      <pc:sldChg chg="addSp delSp modSp new mod setBg">
        <pc:chgData name="Arjola Arapi-Gjini" userId="4a6bbe5004b7e73c" providerId="LiveId" clId="{68B0683A-A87C-4E01-A88F-77626396451B}" dt="2026-04-17T07:12:46.729" v="2864" actId="26606"/>
        <pc:sldMkLst>
          <pc:docMk/>
          <pc:sldMk cId="3615586989" sldId="281"/>
        </pc:sldMkLst>
        <pc:spChg chg="mod">
          <ac:chgData name="Arjola Arapi-Gjini" userId="4a6bbe5004b7e73c" providerId="LiveId" clId="{68B0683A-A87C-4E01-A88F-77626396451B}" dt="2026-04-17T07:12:46.729" v="2864" actId="26606"/>
          <ac:spMkLst>
            <pc:docMk/>
            <pc:sldMk cId="3615586989" sldId="281"/>
            <ac:spMk id="2" creationId="{2EA14745-57C2-6C6B-4661-F398DEB409FA}"/>
          </ac:spMkLst>
        </pc:spChg>
        <pc:spChg chg="del">
          <ac:chgData name="Arjola Arapi-Gjini" userId="4a6bbe5004b7e73c" providerId="LiveId" clId="{68B0683A-A87C-4E01-A88F-77626396451B}" dt="2026-04-16T14:43:43.520" v="2644"/>
          <ac:spMkLst>
            <pc:docMk/>
            <pc:sldMk cId="3615586989" sldId="281"/>
            <ac:spMk id="3" creationId="{63A40B5B-6C9A-CB87-2FF7-63B834050ED3}"/>
          </ac:spMkLst>
        </pc:spChg>
        <pc:spChg chg="add del mod">
          <ac:chgData name="Arjola Arapi-Gjini" userId="4a6bbe5004b7e73c" providerId="LiveId" clId="{68B0683A-A87C-4E01-A88F-77626396451B}" dt="2026-04-16T14:45:49.897" v="2680" actId="478"/>
          <ac:spMkLst>
            <pc:docMk/>
            <pc:sldMk cId="3615586989" sldId="281"/>
            <ac:spMk id="5" creationId="{9114DF03-1824-1E2B-CFA2-E39ACA66772E}"/>
          </ac:spMkLst>
        </pc:spChg>
        <pc:spChg chg="add">
          <ac:chgData name="Arjola Arapi-Gjini" userId="4a6bbe5004b7e73c" providerId="LiveId" clId="{68B0683A-A87C-4E01-A88F-77626396451B}" dt="2026-04-16T14:45:17.288" v="2679"/>
          <ac:spMkLst>
            <pc:docMk/>
            <pc:sldMk cId="3615586989" sldId="281"/>
            <ac:spMk id="6" creationId="{EBD8316F-4750-D6C1-4FDD-22D440B3D593}"/>
          </ac:spMkLst>
        </pc:spChg>
        <pc:spChg chg="add mod">
          <ac:chgData name="Arjola Arapi-Gjini" userId="4a6bbe5004b7e73c" providerId="LiveId" clId="{68B0683A-A87C-4E01-A88F-77626396451B}" dt="2026-04-17T07:12:46.729" v="2864" actId="26606"/>
          <ac:spMkLst>
            <pc:docMk/>
            <pc:sldMk cId="3615586989" sldId="281"/>
            <ac:spMk id="8" creationId="{8892B0D5-CF2B-4BCE-D70E-2E690243FC24}"/>
          </ac:spMkLst>
        </pc:spChg>
        <pc:spChg chg="add">
          <ac:chgData name="Arjola Arapi-Gjini" userId="4a6bbe5004b7e73c" providerId="LiveId" clId="{68B0683A-A87C-4E01-A88F-77626396451B}" dt="2026-04-17T07:12:46.729" v="2864" actId="26606"/>
          <ac:spMkLst>
            <pc:docMk/>
            <pc:sldMk cId="3615586989" sldId="281"/>
            <ac:spMk id="13" creationId="{2EB492CD-616E-47F8-933B-5E2D952A0593}"/>
          </ac:spMkLst>
        </pc:spChg>
        <pc:spChg chg="add">
          <ac:chgData name="Arjola Arapi-Gjini" userId="4a6bbe5004b7e73c" providerId="LiveId" clId="{68B0683A-A87C-4E01-A88F-77626396451B}" dt="2026-04-17T07:12:46.729" v="2864" actId="26606"/>
          <ac:spMkLst>
            <pc:docMk/>
            <pc:sldMk cId="3615586989" sldId="281"/>
            <ac:spMk id="15" creationId="{59383CF9-23B5-4335-9B21-1791C4CF1C75}"/>
          </ac:spMkLst>
        </pc:spChg>
        <pc:spChg chg="add">
          <ac:chgData name="Arjola Arapi-Gjini" userId="4a6bbe5004b7e73c" providerId="LiveId" clId="{68B0683A-A87C-4E01-A88F-77626396451B}" dt="2026-04-17T07:12:46.729" v="2864" actId="26606"/>
          <ac:spMkLst>
            <pc:docMk/>
            <pc:sldMk cId="3615586989" sldId="281"/>
            <ac:spMk id="17" creationId="{0007FE00-9498-4706-B255-6437B0252C02}"/>
          </ac:spMkLst>
        </pc:spChg>
        <pc:graphicFrameChg chg="add mod ord modGraphic">
          <ac:chgData name="Arjola Arapi-Gjini" userId="4a6bbe5004b7e73c" providerId="LiveId" clId="{68B0683A-A87C-4E01-A88F-77626396451B}" dt="2026-04-17T07:12:46.729" v="2864" actId="26606"/>
          <ac:graphicFrameMkLst>
            <pc:docMk/>
            <pc:sldMk cId="3615586989" sldId="281"/>
            <ac:graphicFrameMk id="4" creationId="{6CCBC8EB-65F7-1104-3207-C64BC4601D06}"/>
          </ac:graphicFrameMkLst>
        </pc:graphicFrameChg>
      </pc:sldChg>
      <pc:sldChg chg="addSp modSp new mod setBg">
        <pc:chgData name="Arjola Arapi-Gjini" userId="4a6bbe5004b7e73c" providerId="LiveId" clId="{68B0683A-A87C-4E01-A88F-77626396451B}" dt="2026-04-17T07:12:54.127" v="2865" actId="26606"/>
        <pc:sldMkLst>
          <pc:docMk/>
          <pc:sldMk cId="1465282487" sldId="282"/>
        </pc:sldMkLst>
        <pc:spChg chg="mod">
          <ac:chgData name="Arjola Arapi-Gjini" userId="4a6bbe5004b7e73c" providerId="LiveId" clId="{68B0683A-A87C-4E01-A88F-77626396451B}" dt="2026-04-17T07:12:54.127" v="2865" actId="26606"/>
          <ac:spMkLst>
            <pc:docMk/>
            <pc:sldMk cId="1465282487" sldId="282"/>
            <ac:spMk id="2" creationId="{1834E2AC-E4ED-40E5-42E5-2DF1BF251BDB}"/>
          </ac:spMkLst>
        </pc:spChg>
        <pc:spChg chg="mod">
          <ac:chgData name="Arjola Arapi-Gjini" userId="4a6bbe5004b7e73c" providerId="LiveId" clId="{68B0683A-A87C-4E01-A88F-77626396451B}" dt="2026-04-17T07:12:54.127" v="2865" actId="26606"/>
          <ac:spMkLst>
            <pc:docMk/>
            <pc:sldMk cId="1465282487" sldId="282"/>
            <ac:spMk id="3" creationId="{71139547-4006-3B7A-D946-1A5BD3EE29FE}"/>
          </ac:spMkLst>
        </pc:spChg>
        <pc:spChg chg="add">
          <ac:chgData name="Arjola Arapi-Gjini" userId="4a6bbe5004b7e73c" providerId="LiveId" clId="{68B0683A-A87C-4E01-A88F-77626396451B}" dt="2026-04-17T07:12:54.127" v="2865" actId="26606"/>
          <ac:spMkLst>
            <pc:docMk/>
            <pc:sldMk cId="1465282487" sldId="282"/>
            <ac:spMk id="8" creationId="{907EF6B7-1338-4443-8C46-6A318D952DFD}"/>
          </ac:spMkLst>
        </pc:spChg>
        <pc:spChg chg="add">
          <ac:chgData name="Arjola Arapi-Gjini" userId="4a6bbe5004b7e73c" providerId="LiveId" clId="{68B0683A-A87C-4E01-A88F-77626396451B}" dt="2026-04-17T07:12:54.127" v="2865" actId="26606"/>
          <ac:spMkLst>
            <pc:docMk/>
            <pc:sldMk cId="1465282487" sldId="282"/>
            <ac:spMk id="10" creationId="{DAAE4CDD-124C-4DCF-9584-B6033B545DD5}"/>
          </ac:spMkLst>
        </pc:spChg>
        <pc:spChg chg="add">
          <ac:chgData name="Arjola Arapi-Gjini" userId="4a6bbe5004b7e73c" providerId="LiveId" clId="{68B0683A-A87C-4E01-A88F-77626396451B}" dt="2026-04-17T07:12:54.127" v="2865" actId="26606"/>
          <ac:spMkLst>
            <pc:docMk/>
            <pc:sldMk cId="1465282487" sldId="282"/>
            <ac:spMk id="12" creationId="{081E4A58-353D-44AE-B2FC-2A74E2E400F7}"/>
          </ac:spMkLst>
        </pc:spChg>
      </pc:sldChg>
      <pc:sldChg chg="addSp delSp modSp new mod setBg">
        <pc:chgData name="Arjola Arapi-Gjini" userId="4a6bbe5004b7e73c" providerId="LiveId" clId="{68B0683A-A87C-4E01-A88F-77626396451B}" dt="2026-04-17T11:18:01.417" v="3191" actId="14100"/>
        <pc:sldMkLst>
          <pc:docMk/>
          <pc:sldMk cId="609330879" sldId="283"/>
        </pc:sldMkLst>
        <pc:spChg chg="mod">
          <ac:chgData name="Arjola Arapi-Gjini" userId="4a6bbe5004b7e73c" providerId="LiveId" clId="{68B0683A-A87C-4E01-A88F-77626396451B}" dt="2026-04-17T09:32:14.700" v="3159" actId="1076"/>
          <ac:spMkLst>
            <pc:docMk/>
            <pc:sldMk cId="609330879" sldId="283"/>
            <ac:spMk id="2" creationId="{087C574A-0CE8-4F55-BF41-FF59DB5E0F73}"/>
          </ac:spMkLst>
        </pc:spChg>
        <pc:spChg chg="del">
          <ac:chgData name="Arjola Arapi-Gjini" userId="4a6bbe5004b7e73c" providerId="LiveId" clId="{68B0683A-A87C-4E01-A88F-77626396451B}" dt="2026-04-16T14:50:06.549" v="2704"/>
          <ac:spMkLst>
            <pc:docMk/>
            <pc:sldMk cId="609330879" sldId="283"/>
            <ac:spMk id="3" creationId="{1B538179-6D49-53F4-F162-220F6B5B4F44}"/>
          </ac:spMkLst>
        </pc:spChg>
        <pc:spChg chg="add mod">
          <ac:chgData name="Arjola Arapi-Gjini" userId="4a6bbe5004b7e73c" providerId="LiveId" clId="{68B0683A-A87C-4E01-A88F-77626396451B}" dt="2026-04-17T11:18:01.417" v="3191" actId="14100"/>
          <ac:spMkLst>
            <pc:docMk/>
            <pc:sldMk cId="609330879" sldId="283"/>
            <ac:spMk id="5" creationId="{ECBDDFDF-D7D5-BAF8-B346-65D59D9A5913}"/>
          </ac:spMkLst>
        </pc:spChg>
        <pc:spChg chg="add del">
          <ac:chgData name="Arjola Arapi-Gjini" userId="4a6bbe5004b7e73c" providerId="LiveId" clId="{68B0683A-A87C-4E01-A88F-77626396451B}" dt="2026-04-17T07:13:27.286" v="2877" actId="26606"/>
          <ac:spMkLst>
            <pc:docMk/>
            <pc:sldMk cId="609330879" sldId="283"/>
            <ac:spMk id="10" creationId="{4AC6B390-BC59-4F1D-A0EE-D71A92F0A0B2}"/>
          </ac:spMkLst>
        </pc:spChg>
        <pc:spChg chg="add del">
          <ac:chgData name="Arjola Arapi-Gjini" userId="4a6bbe5004b7e73c" providerId="LiveId" clId="{68B0683A-A87C-4E01-A88F-77626396451B}" dt="2026-04-17T07:13:27.286" v="2877" actId="26606"/>
          <ac:spMkLst>
            <pc:docMk/>
            <pc:sldMk cId="609330879" sldId="283"/>
            <ac:spMk id="12" creationId="{B6C60D79-16F1-4C4B-B7E3-7634E7069CDE}"/>
          </ac:spMkLst>
        </pc:spChg>
        <pc:spChg chg="add del">
          <ac:chgData name="Arjola Arapi-Gjini" userId="4a6bbe5004b7e73c" providerId="LiveId" clId="{68B0683A-A87C-4E01-A88F-77626396451B}" dt="2026-04-17T07:13:27.286" v="2877" actId="26606"/>
          <ac:spMkLst>
            <pc:docMk/>
            <pc:sldMk cId="609330879" sldId="283"/>
            <ac:spMk id="14" creationId="{426B127E-6498-4C77-9C9D-4553A5113B80}"/>
          </ac:spMkLst>
        </pc:spChg>
        <pc:spChg chg="add del">
          <ac:chgData name="Arjola Arapi-Gjini" userId="4a6bbe5004b7e73c" providerId="LiveId" clId="{68B0683A-A87C-4E01-A88F-77626396451B}" dt="2026-04-17T07:13:32.019" v="2879" actId="26606"/>
          <ac:spMkLst>
            <pc:docMk/>
            <pc:sldMk cId="609330879" sldId="283"/>
            <ac:spMk id="16" creationId="{2EB492CD-616E-47F8-933B-5E2D952A0593}"/>
          </ac:spMkLst>
        </pc:spChg>
        <pc:spChg chg="add del">
          <ac:chgData name="Arjola Arapi-Gjini" userId="4a6bbe5004b7e73c" providerId="LiveId" clId="{68B0683A-A87C-4E01-A88F-77626396451B}" dt="2026-04-17T07:13:32.019" v="2879" actId="26606"/>
          <ac:spMkLst>
            <pc:docMk/>
            <pc:sldMk cId="609330879" sldId="283"/>
            <ac:spMk id="17" creationId="{59383CF9-23B5-4335-9B21-1791C4CF1C75}"/>
          </ac:spMkLst>
        </pc:spChg>
        <pc:spChg chg="add del">
          <ac:chgData name="Arjola Arapi-Gjini" userId="4a6bbe5004b7e73c" providerId="LiveId" clId="{68B0683A-A87C-4E01-A88F-77626396451B}" dt="2026-04-17T07:13:32.019" v="2879" actId="26606"/>
          <ac:spMkLst>
            <pc:docMk/>
            <pc:sldMk cId="609330879" sldId="283"/>
            <ac:spMk id="18" creationId="{0007FE00-9498-4706-B255-6437B0252C02}"/>
          </ac:spMkLst>
        </pc:spChg>
        <pc:spChg chg="add">
          <ac:chgData name="Arjola Arapi-Gjini" userId="4a6bbe5004b7e73c" providerId="LiveId" clId="{68B0683A-A87C-4E01-A88F-77626396451B}" dt="2026-04-17T07:13:37.877" v="2882" actId="26606"/>
          <ac:spMkLst>
            <pc:docMk/>
            <pc:sldMk cId="609330879" sldId="283"/>
            <ac:spMk id="22" creationId="{2EB492CD-616E-47F8-933B-5E2D952A0593}"/>
          </ac:spMkLst>
        </pc:spChg>
        <pc:spChg chg="add">
          <ac:chgData name="Arjola Arapi-Gjini" userId="4a6bbe5004b7e73c" providerId="LiveId" clId="{68B0683A-A87C-4E01-A88F-77626396451B}" dt="2026-04-17T07:13:37.877" v="2882" actId="26606"/>
          <ac:spMkLst>
            <pc:docMk/>
            <pc:sldMk cId="609330879" sldId="283"/>
            <ac:spMk id="23" creationId="{59383CF9-23B5-4335-9B21-1791C4CF1C75}"/>
          </ac:spMkLst>
        </pc:spChg>
        <pc:spChg chg="add">
          <ac:chgData name="Arjola Arapi-Gjini" userId="4a6bbe5004b7e73c" providerId="LiveId" clId="{68B0683A-A87C-4E01-A88F-77626396451B}" dt="2026-04-17T07:13:37.877" v="2882" actId="26606"/>
          <ac:spMkLst>
            <pc:docMk/>
            <pc:sldMk cId="609330879" sldId="283"/>
            <ac:spMk id="24" creationId="{0007FE00-9498-4706-B255-6437B0252C02}"/>
          </ac:spMkLst>
        </pc:spChg>
        <pc:graphicFrameChg chg="add mod ord modGraphic">
          <ac:chgData name="Arjola Arapi-Gjini" userId="4a6bbe5004b7e73c" providerId="LiveId" clId="{68B0683A-A87C-4E01-A88F-77626396451B}" dt="2026-04-17T09:32:22.446" v="3161" actId="14100"/>
          <ac:graphicFrameMkLst>
            <pc:docMk/>
            <pc:sldMk cId="609330879" sldId="283"/>
            <ac:graphicFrameMk id="4" creationId="{2993082F-CBA4-5850-4117-B5B07C491279}"/>
          </ac:graphicFrameMkLst>
        </pc:graphicFrameChg>
        <pc:cxnChg chg="add del">
          <ac:chgData name="Arjola Arapi-Gjini" userId="4a6bbe5004b7e73c" providerId="LiveId" clId="{68B0683A-A87C-4E01-A88F-77626396451B}" dt="2026-04-17T07:13:37.838" v="2881" actId="26606"/>
          <ac:cxnSpMkLst>
            <pc:docMk/>
            <pc:sldMk cId="609330879" sldId="283"/>
            <ac:cxnSpMk id="20" creationId="{1503BFE4-729B-D9D0-C17B-501E6AF1127A}"/>
          </ac:cxnSpMkLst>
        </pc:cxnChg>
      </pc:sldChg>
      <pc:sldChg chg="addSp delSp modSp new mod setBg">
        <pc:chgData name="Arjola Arapi-Gjini" userId="4a6bbe5004b7e73c" providerId="LiveId" clId="{68B0683A-A87C-4E01-A88F-77626396451B}" dt="2026-04-17T07:27:02.189" v="2941" actId="14100"/>
        <pc:sldMkLst>
          <pc:docMk/>
          <pc:sldMk cId="2595988666" sldId="284"/>
        </pc:sldMkLst>
        <pc:spChg chg="mod">
          <ac:chgData name="Arjola Arapi-Gjini" userId="4a6bbe5004b7e73c" providerId="LiveId" clId="{68B0683A-A87C-4E01-A88F-77626396451B}" dt="2026-04-17T07:13:58.448" v="2883" actId="26606"/>
          <ac:spMkLst>
            <pc:docMk/>
            <pc:sldMk cId="2595988666" sldId="284"/>
            <ac:spMk id="2" creationId="{817FE8A9-187C-63EB-F8B9-BA3D47593A0E}"/>
          </ac:spMkLst>
        </pc:spChg>
        <pc:spChg chg="del mod">
          <ac:chgData name="Arjola Arapi-Gjini" userId="4a6bbe5004b7e73c" providerId="LiveId" clId="{68B0683A-A87C-4E01-A88F-77626396451B}" dt="2026-04-16T15:05:52.958" v="2723"/>
          <ac:spMkLst>
            <pc:docMk/>
            <pc:sldMk cId="2595988666" sldId="284"/>
            <ac:spMk id="3" creationId="{2342E323-BA46-C9E6-70C6-CE1FC704B65A}"/>
          </ac:spMkLst>
        </pc:spChg>
        <pc:spChg chg="add">
          <ac:chgData name="Arjola Arapi-Gjini" userId="4a6bbe5004b7e73c" providerId="LiveId" clId="{68B0683A-A87C-4E01-A88F-77626396451B}" dt="2026-04-17T07:13:58.448" v="2883" actId="26606"/>
          <ac:spMkLst>
            <pc:docMk/>
            <pc:sldMk cId="2595988666" sldId="284"/>
            <ac:spMk id="10" creationId="{A4AC5506-6312-4701-8D3C-40187889A947}"/>
          </ac:spMkLst>
        </pc:spChg>
        <pc:picChg chg="add mod ord">
          <ac:chgData name="Arjola Arapi-Gjini" userId="4a6bbe5004b7e73c" providerId="LiveId" clId="{68B0683A-A87C-4E01-A88F-77626396451B}" dt="2026-04-17T07:27:02.189" v="2941" actId="14100"/>
          <ac:picMkLst>
            <pc:docMk/>
            <pc:sldMk cId="2595988666" sldId="284"/>
            <ac:picMk id="5" creationId="{5F93EB1B-BC82-18B9-0674-D7471BF15DC1}"/>
          </ac:picMkLst>
        </pc:picChg>
      </pc:sldChg>
      <pc:sldChg chg="addSp modSp new mod setBg modClrScheme chgLayout">
        <pc:chgData name="Arjola Arapi-Gjini" userId="4a6bbe5004b7e73c" providerId="LiveId" clId="{68B0683A-A87C-4E01-A88F-77626396451B}" dt="2026-04-17T08:21:09.204" v="3030" actId="27636"/>
        <pc:sldMkLst>
          <pc:docMk/>
          <pc:sldMk cId="1009656360" sldId="285"/>
        </pc:sldMkLst>
        <pc:spChg chg="add mod">
          <ac:chgData name="Arjola Arapi-Gjini" userId="4a6bbe5004b7e73c" providerId="LiveId" clId="{68B0683A-A87C-4E01-A88F-77626396451B}" dt="2026-04-17T07:21:03.486" v="2921" actId="26606"/>
          <ac:spMkLst>
            <pc:docMk/>
            <pc:sldMk cId="1009656360" sldId="285"/>
            <ac:spMk id="2" creationId="{6BC295E8-F1DC-F56A-F4F0-157168C6A35F}"/>
          </ac:spMkLst>
        </pc:spChg>
        <pc:spChg chg="add mod">
          <ac:chgData name="Arjola Arapi-Gjini" userId="4a6bbe5004b7e73c" providerId="LiveId" clId="{68B0683A-A87C-4E01-A88F-77626396451B}" dt="2026-04-17T08:21:09.204" v="3030" actId="27636"/>
          <ac:spMkLst>
            <pc:docMk/>
            <pc:sldMk cId="1009656360" sldId="285"/>
            <ac:spMk id="3" creationId="{03BE8BB1-548A-072E-13C4-4FBA3DE457B1}"/>
          </ac:spMkLst>
        </pc:spChg>
        <pc:spChg chg="add">
          <ac:chgData name="Arjola Arapi-Gjini" userId="4a6bbe5004b7e73c" providerId="LiveId" clId="{68B0683A-A87C-4E01-A88F-77626396451B}" dt="2026-04-17T07:21:03.486" v="2921" actId="26606"/>
          <ac:spMkLst>
            <pc:docMk/>
            <pc:sldMk cId="1009656360" sldId="285"/>
            <ac:spMk id="8" creationId="{907EF6B7-1338-4443-8C46-6A318D952DFD}"/>
          </ac:spMkLst>
        </pc:spChg>
        <pc:spChg chg="add">
          <ac:chgData name="Arjola Arapi-Gjini" userId="4a6bbe5004b7e73c" providerId="LiveId" clId="{68B0683A-A87C-4E01-A88F-77626396451B}" dt="2026-04-17T07:21:03.486" v="2921" actId="26606"/>
          <ac:spMkLst>
            <pc:docMk/>
            <pc:sldMk cId="1009656360" sldId="285"/>
            <ac:spMk id="10" creationId="{DAAE4CDD-124C-4DCF-9584-B6033B545DD5}"/>
          </ac:spMkLst>
        </pc:spChg>
        <pc:spChg chg="add">
          <ac:chgData name="Arjola Arapi-Gjini" userId="4a6bbe5004b7e73c" providerId="LiveId" clId="{68B0683A-A87C-4E01-A88F-77626396451B}" dt="2026-04-17T07:21:03.486" v="2921" actId="26606"/>
          <ac:spMkLst>
            <pc:docMk/>
            <pc:sldMk cId="1009656360" sldId="285"/>
            <ac:spMk id="12" creationId="{081E4A58-353D-44AE-B2FC-2A74E2E400F7}"/>
          </ac:spMkLst>
        </pc:spChg>
      </pc:sldChg>
      <pc:sldChg chg="addSp delSp modSp new mod setBg modClrScheme chgLayout">
        <pc:chgData name="Arjola Arapi-Gjini" userId="4a6bbe5004b7e73c" providerId="LiveId" clId="{68B0683A-A87C-4E01-A88F-77626396451B}" dt="2026-04-17T08:21:39.529" v="3034" actId="27636"/>
        <pc:sldMkLst>
          <pc:docMk/>
          <pc:sldMk cId="3032950810" sldId="286"/>
        </pc:sldMkLst>
        <pc:spChg chg="add del mod ord">
          <ac:chgData name="Arjola Arapi-Gjini" userId="4a6bbe5004b7e73c" providerId="LiveId" clId="{68B0683A-A87C-4E01-A88F-77626396451B}" dt="2026-04-17T07:19:17.750" v="2906" actId="700"/>
          <ac:spMkLst>
            <pc:docMk/>
            <pc:sldMk cId="3032950810" sldId="286"/>
            <ac:spMk id="2" creationId="{88DB81DF-CF75-119E-C819-6238A259D696}"/>
          </ac:spMkLst>
        </pc:spChg>
        <pc:spChg chg="add del mod ord">
          <ac:chgData name="Arjola Arapi-Gjini" userId="4a6bbe5004b7e73c" providerId="LiveId" clId="{68B0683A-A87C-4E01-A88F-77626396451B}" dt="2026-04-17T07:19:17.750" v="2906" actId="700"/>
          <ac:spMkLst>
            <pc:docMk/>
            <pc:sldMk cId="3032950810" sldId="286"/>
            <ac:spMk id="3" creationId="{115415EC-DF05-63D0-704B-8133BFBFEB28}"/>
          </ac:spMkLst>
        </pc:spChg>
        <pc:spChg chg="add mod ord">
          <ac:chgData name="Arjola Arapi-Gjini" userId="4a6bbe5004b7e73c" providerId="LiveId" clId="{68B0683A-A87C-4E01-A88F-77626396451B}" dt="2026-04-17T07:21:40.758" v="2924" actId="26606"/>
          <ac:spMkLst>
            <pc:docMk/>
            <pc:sldMk cId="3032950810" sldId="286"/>
            <ac:spMk id="4" creationId="{000953D1-F170-D98B-E971-B283D0F8E852}"/>
          </ac:spMkLst>
        </pc:spChg>
        <pc:spChg chg="add mod ord">
          <ac:chgData name="Arjola Arapi-Gjini" userId="4a6bbe5004b7e73c" providerId="LiveId" clId="{68B0683A-A87C-4E01-A88F-77626396451B}" dt="2026-04-17T08:21:39.529" v="3034" actId="27636"/>
          <ac:spMkLst>
            <pc:docMk/>
            <pc:sldMk cId="3032950810" sldId="286"/>
            <ac:spMk id="5" creationId="{66F72932-B4D2-342B-1628-770243ACF83E}"/>
          </ac:spMkLst>
        </pc:spChg>
        <pc:spChg chg="add del">
          <ac:chgData name="Arjola Arapi-Gjini" userId="4a6bbe5004b7e73c" providerId="LiveId" clId="{68B0683A-A87C-4E01-A88F-77626396451B}" dt="2026-04-17T07:21:40.746" v="2923" actId="26606"/>
          <ac:spMkLst>
            <pc:docMk/>
            <pc:sldMk cId="3032950810" sldId="286"/>
            <ac:spMk id="10" creationId="{1C799903-48D5-4A31-A1A2-541072D9771E}"/>
          </ac:spMkLst>
        </pc:spChg>
        <pc:spChg chg="add del">
          <ac:chgData name="Arjola Arapi-Gjini" userId="4a6bbe5004b7e73c" providerId="LiveId" clId="{68B0683A-A87C-4E01-A88F-77626396451B}" dt="2026-04-17T07:21:40.746" v="2923" actId="26606"/>
          <ac:spMkLst>
            <pc:docMk/>
            <pc:sldMk cId="3032950810" sldId="286"/>
            <ac:spMk id="12" creationId="{8EFFF109-FC58-4FD3-BE05-9775A1310F55}"/>
          </ac:spMkLst>
        </pc:spChg>
        <pc:spChg chg="add del">
          <ac:chgData name="Arjola Arapi-Gjini" userId="4a6bbe5004b7e73c" providerId="LiveId" clId="{68B0683A-A87C-4E01-A88F-77626396451B}" dt="2026-04-17T07:21:40.746" v="2923" actId="26606"/>
          <ac:spMkLst>
            <pc:docMk/>
            <pc:sldMk cId="3032950810" sldId="286"/>
            <ac:spMk id="14" creationId="{E1B96AD6-92A9-4273-A62B-96A1C3E0BA95}"/>
          </ac:spMkLst>
        </pc:spChg>
        <pc:spChg chg="add del">
          <ac:chgData name="Arjola Arapi-Gjini" userId="4a6bbe5004b7e73c" providerId="LiveId" clId="{68B0683A-A87C-4E01-A88F-77626396451B}" dt="2026-04-17T07:21:40.746" v="2923" actId="26606"/>
          <ac:spMkLst>
            <pc:docMk/>
            <pc:sldMk cId="3032950810" sldId="286"/>
            <ac:spMk id="16" creationId="{463EEC44-1BA3-44ED-81FC-A644B04B2A44}"/>
          </ac:spMkLst>
        </pc:spChg>
        <pc:spChg chg="add">
          <ac:chgData name="Arjola Arapi-Gjini" userId="4a6bbe5004b7e73c" providerId="LiveId" clId="{68B0683A-A87C-4E01-A88F-77626396451B}" dt="2026-04-17T07:21:40.758" v="2924" actId="26606"/>
          <ac:spMkLst>
            <pc:docMk/>
            <pc:sldMk cId="3032950810" sldId="286"/>
            <ac:spMk id="18" creationId="{389575E1-3389-451A-A5F7-27854C25C599}"/>
          </ac:spMkLst>
        </pc:spChg>
        <pc:spChg chg="add">
          <ac:chgData name="Arjola Arapi-Gjini" userId="4a6bbe5004b7e73c" providerId="LiveId" clId="{68B0683A-A87C-4E01-A88F-77626396451B}" dt="2026-04-17T07:21:40.758" v="2924" actId="26606"/>
          <ac:spMkLst>
            <pc:docMk/>
            <pc:sldMk cId="3032950810" sldId="286"/>
            <ac:spMk id="19" creationId="{A53CCC5C-D88E-40FB-B30B-23DCDBD01D37}"/>
          </ac:spMkLst>
        </pc:spChg>
        <pc:spChg chg="add">
          <ac:chgData name="Arjola Arapi-Gjini" userId="4a6bbe5004b7e73c" providerId="LiveId" clId="{68B0683A-A87C-4E01-A88F-77626396451B}" dt="2026-04-17T07:21:40.758" v="2924" actId="26606"/>
          <ac:spMkLst>
            <pc:docMk/>
            <pc:sldMk cId="3032950810" sldId="286"/>
            <ac:spMk id="20" creationId="{081E4A58-353D-44AE-B2FC-2A74E2E400F7}"/>
          </ac:spMkLst>
        </pc:spChg>
      </pc:sldChg>
      <pc:sldChg chg="addSp delSp modSp new mod setBg">
        <pc:chgData name="Arjola Arapi-Gjini" userId="4a6bbe5004b7e73c" providerId="LiveId" clId="{68B0683A-A87C-4E01-A88F-77626396451B}" dt="2026-04-17T11:18:22.032" v="3192" actId="26606"/>
        <pc:sldMkLst>
          <pc:docMk/>
          <pc:sldMk cId="2304191081" sldId="287"/>
        </pc:sldMkLst>
        <pc:spChg chg="mod">
          <ac:chgData name="Arjola Arapi-Gjini" userId="4a6bbe5004b7e73c" providerId="LiveId" clId="{68B0683A-A87C-4E01-A88F-77626396451B}" dt="2026-04-17T11:18:22.032" v="3192" actId="26606"/>
          <ac:spMkLst>
            <pc:docMk/>
            <pc:sldMk cId="2304191081" sldId="287"/>
            <ac:spMk id="2" creationId="{C687ADFE-69D7-B05D-D718-55A40FC33DD0}"/>
          </ac:spMkLst>
        </pc:spChg>
        <pc:spChg chg="del">
          <ac:chgData name="Arjola Arapi-Gjini" userId="4a6bbe5004b7e73c" providerId="LiveId" clId="{68B0683A-A87C-4E01-A88F-77626396451B}" dt="2026-04-17T11:12:27.856" v="3188"/>
          <ac:spMkLst>
            <pc:docMk/>
            <pc:sldMk cId="2304191081" sldId="287"/>
            <ac:spMk id="3" creationId="{088314D7-BB0E-2273-13EC-F28BCA4A2410}"/>
          </ac:spMkLst>
        </pc:spChg>
        <pc:spChg chg="add mod">
          <ac:chgData name="Arjola Arapi-Gjini" userId="4a6bbe5004b7e73c" providerId="LiveId" clId="{68B0683A-A87C-4E01-A88F-77626396451B}" dt="2026-04-17T11:18:22.032" v="3192" actId="26606"/>
          <ac:spMkLst>
            <pc:docMk/>
            <pc:sldMk cId="2304191081" sldId="287"/>
            <ac:spMk id="4" creationId="{E268D621-45C5-6AD4-742C-6DF33896ACDF}"/>
          </ac:spMkLst>
        </pc:spChg>
        <pc:spChg chg="add del">
          <ac:chgData name="Arjola Arapi-Gjini" userId="4a6bbe5004b7e73c" providerId="LiveId" clId="{68B0683A-A87C-4E01-A88F-77626396451B}" dt="2026-04-17T11:18:22.032" v="3192" actId="26606"/>
          <ac:spMkLst>
            <pc:docMk/>
            <pc:sldMk cId="2304191081" sldId="287"/>
            <ac:spMk id="9" creationId="{389575E1-3389-451A-A5F7-27854C25C599}"/>
          </ac:spMkLst>
        </pc:spChg>
        <pc:spChg chg="add del">
          <ac:chgData name="Arjola Arapi-Gjini" userId="4a6bbe5004b7e73c" providerId="LiveId" clId="{68B0683A-A87C-4E01-A88F-77626396451B}" dt="2026-04-17T11:18:22.032" v="3192" actId="26606"/>
          <ac:spMkLst>
            <pc:docMk/>
            <pc:sldMk cId="2304191081" sldId="287"/>
            <ac:spMk id="11" creationId="{A53CCC5C-D88E-40FB-B30B-23DCDBD01D37}"/>
          </ac:spMkLst>
        </pc:spChg>
        <pc:spChg chg="add del">
          <ac:chgData name="Arjola Arapi-Gjini" userId="4a6bbe5004b7e73c" providerId="LiveId" clId="{68B0683A-A87C-4E01-A88F-77626396451B}" dt="2026-04-17T11:18:22.032" v="3192" actId="26606"/>
          <ac:spMkLst>
            <pc:docMk/>
            <pc:sldMk cId="2304191081" sldId="287"/>
            <ac:spMk id="13" creationId="{081E4A58-353D-44AE-B2FC-2A74E2E400F7}"/>
          </ac:spMkLst>
        </pc:spChg>
        <pc:spChg chg="add">
          <ac:chgData name="Arjola Arapi-Gjini" userId="4a6bbe5004b7e73c" providerId="LiveId" clId="{68B0683A-A87C-4E01-A88F-77626396451B}" dt="2026-04-17T11:18:22.032" v="3192" actId="26606"/>
          <ac:spMkLst>
            <pc:docMk/>
            <pc:sldMk cId="2304191081" sldId="287"/>
            <ac:spMk id="18" creationId="{777A147A-9ED8-46B4-8660-1B3C2AA880B5}"/>
          </ac:spMkLst>
        </pc:spChg>
        <pc:spChg chg="add">
          <ac:chgData name="Arjola Arapi-Gjini" userId="4a6bbe5004b7e73c" providerId="LiveId" clId="{68B0683A-A87C-4E01-A88F-77626396451B}" dt="2026-04-17T11:18:22.032" v="3192" actId="26606"/>
          <ac:spMkLst>
            <pc:docMk/>
            <pc:sldMk cId="2304191081" sldId="287"/>
            <ac:spMk id="20" creationId="{5D6C15A0-C087-4593-8414-2B4EC1CDC3D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High-Growth Rate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Energy</c:v>
                </c:pt>
                <c:pt idx="1">
                  <c:v>Industrials</c:v>
                </c:pt>
                <c:pt idx="2">
                  <c:v>Technology</c:v>
                </c:pt>
                <c:pt idx="3">
                  <c:v>Comm. Svcs</c:v>
                </c:pt>
                <c:pt idx="4">
                  <c:v>Financial</c:v>
                </c:pt>
                <c:pt idx="5">
                  <c:v>Basic Mat.</c:v>
                </c:pt>
                <c:pt idx="6">
                  <c:v>Utilities</c:v>
                </c:pt>
                <c:pt idx="7">
                  <c:v>Healthcare</c:v>
                </c:pt>
                <c:pt idx="8">
                  <c:v>Cons. Cyclical</c:v>
                </c:pt>
                <c:pt idx="9">
                  <c:v>Cons. Defensive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41.67</c:v>
                </c:pt>
                <c:pt idx="1">
                  <c:v>17.39</c:v>
                </c:pt>
                <c:pt idx="2">
                  <c:v>16.13</c:v>
                </c:pt>
                <c:pt idx="3">
                  <c:v>12.5</c:v>
                </c:pt>
                <c:pt idx="4">
                  <c:v>12.5</c:v>
                </c:pt>
                <c:pt idx="5">
                  <c:v>10</c:v>
                </c:pt>
                <c:pt idx="6">
                  <c:v>9.09</c:v>
                </c:pt>
                <c:pt idx="7">
                  <c:v>5.26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8F-44D0-9E4C-AB283BE700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6350" cap="flat">
              <a:solidFill>
                <a:srgbClr val="1B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Model Performance Metrics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LightGBM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0.154</c:v>
                </c:pt>
                <c:pt idx="1">
                  <c:v>0.13600000000000001</c:v>
                </c:pt>
                <c:pt idx="2">
                  <c:v>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F3-4C02-8AEF-F87362D99B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LightGBM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F3-4C02-8AEF-F87362D99B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LightGBM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0.222</c:v>
                </c:pt>
                <c:pt idx="1">
                  <c:v>0.187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F3-4C02-8AEF-F87362D99BA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LightGBM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0.65100000000000002</c:v>
                </c:pt>
                <c:pt idx="1">
                  <c:v>0.71799999999999997</c:v>
                </c:pt>
                <c:pt idx="2">
                  <c:v>0.64600000000000002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0F3-4C02-8AEF-F87362D99B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963440"/>
        <c:axId val="11964880"/>
      </c:barChart>
      <c:catAx>
        <c:axId val="11963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4880"/>
        <c:crosses val="autoZero"/>
        <c:auto val="1"/>
        <c:lblAlgn val="ctr"/>
        <c:lblOffset val="100"/>
        <c:noMultiLvlLbl val="0"/>
      </c:catAx>
      <c:valAx>
        <c:axId val="11964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A2F6DA-7EF9-480D-AC66-46314F538D6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C507DC1-B732-4CAC-B51B-0A195A84715E}">
      <dgm:prSet/>
      <dgm:spPr/>
      <dgm:t>
        <a:bodyPr/>
        <a:lstStyle/>
        <a:p>
          <a:r>
            <a:rPr lang="en-US" b="0" i="0" baseline="0"/>
            <a:t>Goal: Understand the data deeply and create powerful features for Machine </a:t>
          </a:r>
          <a:r>
            <a:rPr lang="en-DE" b="0" i="0" baseline="0"/>
            <a:t>  </a:t>
          </a:r>
          <a:r>
            <a:rPr lang="en-US" b="0" i="0" baseline="0"/>
            <a:t>Learning </a:t>
          </a:r>
          <a:endParaRPr lang="en-US"/>
        </a:p>
      </dgm:t>
    </dgm:pt>
    <dgm:pt modelId="{413642F1-D78F-49A7-B159-AB305EF40599}" type="parTrans" cxnId="{BDB3C395-583B-492E-A5CB-E458E1495081}">
      <dgm:prSet/>
      <dgm:spPr/>
      <dgm:t>
        <a:bodyPr/>
        <a:lstStyle/>
        <a:p>
          <a:endParaRPr lang="en-US"/>
        </a:p>
      </dgm:t>
    </dgm:pt>
    <dgm:pt modelId="{EA0453AD-C7E3-4D17-9ABE-1380754CAE0A}" type="sibTrans" cxnId="{BDB3C395-583B-492E-A5CB-E458E1495081}">
      <dgm:prSet/>
      <dgm:spPr/>
      <dgm:t>
        <a:bodyPr/>
        <a:lstStyle/>
        <a:p>
          <a:endParaRPr lang="en-US"/>
        </a:p>
      </dgm:t>
    </dgm:pt>
    <dgm:pt modelId="{352A6600-B810-486D-8D75-2C54A588E4D8}">
      <dgm:prSet/>
      <dgm:spPr/>
      <dgm:t>
        <a:bodyPr/>
        <a:lstStyle/>
        <a:p>
          <a:r>
            <a:rPr lang="en-DE" b="0" i="0" baseline="0" dirty="0"/>
            <a:t>I</a:t>
          </a:r>
          <a:r>
            <a:rPr lang="en-US" b="0" i="0" baseline="0" dirty="0"/>
            <a:t> analyzed 180 stocks with 21 high-growth stocks (3x+ return in 5 years) </a:t>
          </a:r>
          <a:endParaRPr lang="en-US" dirty="0"/>
        </a:p>
      </dgm:t>
    </dgm:pt>
    <dgm:pt modelId="{EB636535-0702-4419-9B8E-CD79778EFC3E}" type="parTrans" cxnId="{2B78859C-456B-4BAD-83E5-3E463FE2B80B}">
      <dgm:prSet/>
      <dgm:spPr/>
      <dgm:t>
        <a:bodyPr/>
        <a:lstStyle/>
        <a:p>
          <a:endParaRPr lang="en-US"/>
        </a:p>
      </dgm:t>
    </dgm:pt>
    <dgm:pt modelId="{414BC37D-7E5D-42E4-A581-B4A49BE66582}" type="sibTrans" cxnId="{2B78859C-456B-4BAD-83E5-3E463FE2B80B}">
      <dgm:prSet/>
      <dgm:spPr/>
      <dgm:t>
        <a:bodyPr/>
        <a:lstStyle/>
        <a:p>
          <a:endParaRPr lang="en-US"/>
        </a:p>
      </dgm:t>
    </dgm:pt>
    <dgm:pt modelId="{18ED0BC8-12A8-478D-86B7-8E3AF91E723B}">
      <dgm:prSet/>
      <dgm:spPr/>
      <dgm:t>
        <a:bodyPr/>
        <a:lstStyle/>
        <a:p>
          <a:r>
            <a:rPr lang="en-US" b="0" i="0" baseline="0"/>
            <a:t>Turned raw data into meaningful insights and new features </a:t>
          </a:r>
          <a:endParaRPr lang="en-US"/>
        </a:p>
      </dgm:t>
    </dgm:pt>
    <dgm:pt modelId="{F67050A5-BF19-451A-8327-8E7A9141CC79}" type="parTrans" cxnId="{FAEB0C3F-C9B8-41A4-BC8A-E003D937CE3D}">
      <dgm:prSet/>
      <dgm:spPr/>
      <dgm:t>
        <a:bodyPr/>
        <a:lstStyle/>
        <a:p>
          <a:endParaRPr lang="en-US"/>
        </a:p>
      </dgm:t>
    </dgm:pt>
    <dgm:pt modelId="{3478DC83-1F9C-49FF-A02E-91F5A5247378}" type="sibTrans" cxnId="{FAEB0C3F-C9B8-41A4-BC8A-E003D937CE3D}">
      <dgm:prSet/>
      <dgm:spPr/>
      <dgm:t>
        <a:bodyPr/>
        <a:lstStyle/>
        <a:p>
          <a:endParaRPr lang="en-US"/>
        </a:p>
      </dgm:t>
    </dgm:pt>
    <dgm:pt modelId="{D2452631-3E2E-4B8F-A669-12B345B849B8}" type="pres">
      <dgm:prSet presAssocID="{09A2F6DA-7EF9-480D-AC66-46314F538D61}" presName="root" presStyleCnt="0">
        <dgm:presLayoutVars>
          <dgm:dir/>
          <dgm:resizeHandles val="exact"/>
        </dgm:presLayoutVars>
      </dgm:prSet>
      <dgm:spPr/>
    </dgm:pt>
    <dgm:pt modelId="{0DB786FB-8151-40A2-B16D-EA0426493A83}" type="pres">
      <dgm:prSet presAssocID="{5C507DC1-B732-4CAC-B51B-0A195A84715E}" presName="compNode" presStyleCnt="0"/>
      <dgm:spPr/>
    </dgm:pt>
    <dgm:pt modelId="{84563ADE-5217-4019-8718-6116DE533C03}" type="pres">
      <dgm:prSet presAssocID="{5C507DC1-B732-4CAC-B51B-0A195A84715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33C5746-0612-4534-9813-11A816477584}" type="pres">
      <dgm:prSet presAssocID="{5C507DC1-B732-4CAC-B51B-0A195A84715E}" presName="spaceRect" presStyleCnt="0"/>
      <dgm:spPr/>
    </dgm:pt>
    <dgm:pt modelId="{590F3F10-A387-4720-AD04-80E518B3C0E0}" type="pres">
      <dgm:prSet presAssocID="{5C507DC1-B732-4CAC-B51B-0A195A84715E}" presName="textRect" presStyleLbl="revTx" presStyleIdx="0" presStyleCnt="3">
        <dgm:presLayoutVars>
          <dgm:chMax val="1"/>
          <dgm:chPref val="1"/>
        </dgm:presLayoutVars>
      </dgm:prSet>
      <dgm:spPr/>
    </dgm:pt>
    <dgm:pt modelId="{1F4B0B9B-5EC4-41F6-BAC1-280A4F4FA031}" type="pres">
      <dgm:prSet presAssocID="{EA0453AD-C7E3-4D17-9ABE-1380754CAE0A}" presName="sibTrans" presStyleCnt="0"/>
      <dgm:spPr/>
    </dgm:pt>
    <dgm:pt modelId="{BA6A58DE-B2A0-4527-8DC4-D7DB587CAAB6}" type="pres">
      <dgm:prSet presAssocID="{352A6600-B810-486D-8D75-2C54A588E4D8}" presName="compNode" presStyleCnt="0"/>
      <dgm:spPr/>
    </dgm:pt>
    <dgm:pt modelId="{504F96BB-2C69-4539-A15A-CA79FC606F7F}" type="pres">
      <dgm:prSet presAssocID="{352A6600-B810-486D-8D75-2C54A588E4D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925731BD-7758-46BB-B2CF-B622B5FD72CA}" type="pres">
      <dgm:prSet presAssocID="{352A6600-B810-486D-8D75-2C54A588E4D8}" presName="spaceRect" presStyleCnt="0"/>
      <dgm:spPr/>
    </dgm:pt>
    <dgm:pt modelId="{8799D85F-4D2B-41B5-8DFF-50A549B1D0AB}" type="pres">
      <dgm:prSet presAssocID="{352A6600-B810-486D-8D75-2C54A588E4D8}" presName="textRect" presStyleLbl="revTx" presStyleIdx="1" presStyleCnt="3">
        <dgm:presLayoutVars>
          <dgm:chMax val="1"/>
          <dgm:chPref val="1"/>
        </dgm:presLayoutVars>
      </dgm:prSet>
      <dgm:spPr/>
    </dgm:pt>
    <dgm:pt modelId="{9A4540D4-32F2-4130-A9E8-DF0929F77235}" type="pres">
      <dgm:prSet presAssocID="{414BC37D-7E5D-42E4-A581-B4A49BE66582}" presName="sibTrans" presStyleCnt="0"/>
      <dgm:spPr/>
    </dgm:pt>
    <dgm:pt modelId="{84D96954-CE8E-4DD8-9DAE-E6C555A89D2D}" type="pres">
      <dgm:prSet presAssocID="{18ED0BC8-12A8-478D-86B7-8E3AF91E723B}" presName="compNode" presStyleCnt="0"/>
      <dgm:spPr/>
    </dgm:pt>
    <dgm:pt modelId="{6E34FAA3-153D-48C4-9978-8CEBEBB0BD7E}" type="pres">
      <dgm:prSet presAssocID="{18ED0BC8-12A8-478D-86B7-8E3AF91E723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CAD46E9-4753-4231-97EF-CB7DBFAAAAC7}" type="pres">
      <dgm:prSet presAssocID="{18ED0BC8-12A8-478D-86B7-8E3AF91E723B}" presName="spaceRect" presStyleCnt="0"/>
      <dgm:spPr/>
    </dgm:pt>
    <dgm:pt modelId="{4B079B26-7359-4D6A-AF44-47741D74C7DE}" type="pres">
      <dgm:prSet presAssocID="{18ED0BC8-12A8-478D-86B7-8E3AF91E723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AEB0C3F-C9B8-41A4-BC8A-E003D937CE3D}" srcId="{09A2F6DA-7EF9-480D-AC66-46314F538D61}" destId="{18ED0BC8-12A8-478D-86B7-8E3AF91E723B}" srcOrd="2" destOrd="0" parTransId="{F67050A5-BF19-451A-8327-8E7A9141CC79}" sibTransId="{3478DC83-1F9C-49FF-A02E-91F5A5247378}"/>
    <dgm:cxn modelId="{BDB3C395-583B-492E-A5CB-E458E1495081}" srcId="{09A2F6DA-7EF9-480D-AC66-46314F538D61}" destId="{5C507DC1-B732-4CAC-B51B-0A195A84715E}" srcOrd="0" destOrd="0" parTransId="{413642F1-D78F-49A7-B159-AB305EF40599}" sibTransId="{EA0453AD-C7E3-4D17-9ABE-1380754CAE0A}"/>
    <dgm:cxn modelId="{2B78859C-456B-4BAD-83E5-3E463FE2B80B}" srcId="{09A2F6DA-7EF9-480D-AC66-46314F538D61}" destId="{352A6600-B810-486D-8D75-2C54A588E4D8}" srcOrd="1" destOrd="0" parTransId="{EB636535-0702-4419-9B8E-CD79778EFC3E}" sibTransId="{414BC37D-7E5D-42E4-A581-B4A49BE66582}"/>
    <dgm:cxn modelId="{D07E2CE2-6828-4A44-B8A1-ABE583AFBEF0}" type="presOf" srcId="{18ED0BC8-12A8-478D-86B7-8E3AF91E723B}" destId="{4B079B26-7359-4D6A-AF44-47741D74C7DE}" srcOrd="0" destOrd="0" presId="urn:microsoft.com/office/officeart/2018/2/layout/IconLabelList"/>
    <dgm:cxn modelId="{3859FCE7-0E3F-4061-9BBF-AD11E3A2D799}" type="presOf" srcId="{352A6600-B810-486D-8D75-2C54A588E4D8}" destId="{8799D85F-4D2B-41B5-8DFF-50A549B1D0AB}" srcOrd="0" destOrd="0" presId="urn:microsoft.com/office/officeart/2018/2/layout/IconLabelList"/>
    <dgm:cxn modelId="{49BBDCFB-0E69-405A-A6B2-166099957933}" type="presOf" srcId="{09A2F6DA-7EF9-480D-AC66-46314F538D61}" destId="{D2452631-3E2E-4B8F-A669-12B345B849B8}" srcOrd="0" destOrd="0" presId="urn:microsoft.com/office/officeart/2018/2/layout/IconLabelList"/>
    <dgm:cxn modelId="{C6213EFC-22B2-4056-A142-4C7165C11B9B}" type="presOf" srcId="{5C507DC1-B732-4CAC-B51B-0A195A84715E}" destId="{590F3F10-A387-4720-AD04-80E518B3C0E0}" srcOrd="0" destOrd="0" presId="urn:microsoft.com/office/officeart/2018/2/layout/IconLabelList"/>
    <dgm:cxn modelId="{AAEB4DE0-10CA-4D92-B746-AAC5FE5BAA96}" type="presParOf" srcId="{D2452631-3E2E-4B8F-A669-12B345B849B8}" destId="{0DB786FB-8151-40A2-B16D-EA0426493A83}" srcOrd="0" destOrd="0" presId="urn:microsoft.com/office/officeart/2018/2/layout/IconLabelList"/>
    <dgm:cxn modelId="{FBC0F43B-8859-4F74-9317-630A7F9A2737}" type="presParOf" srcId="{0DB786FB-8151-40A2-B16D-EA0426493A83}" destId="{84563ADE-5217-4019-8718-6116DE533C03}" srcOrd="0" destOrd="0" presId="urn:microsoft.com/office/officeart/2018/2/layout/IconLabelList"/>
    <dgm:cxn modelId="{2F5ED618-CE8A-4160-A8F0-5442A431C027}" type="presParOf" srcId="{0DB786FB-8151-40A2-B16D-EA0426493A83}" destId="{A33C5746-0612-4534-9813-11A816477584}" srcOrd="1" destOrd="0" presId="urn:microsoft.com/office/officeart/2018/2/layout/IconLabelList"/>
    <dgm:cxn modelId="{40BE7D40-4087-4C05-843E-FDDC24A96F49}" type="presParOf" srcId="{0DB786FB-8151-40A2-B16D-EA0426493A83}" destId="{590F3F10-A387-4720-AD04-80E518B3C0E0}" srcOrd="2" destOrd="0" presId="urn:microsoft.com/office/officeart/2018/2/layout/IconLabelList"/>
    <dgm:cxn modelId="{323B8576-8E9F-44E0-B11A-A3BC0E793C5A}" type="presParOf" srcId="{D2452631-3E2E-4B8F-A669-12B345B849B8}" destId="{1F4B0B9B-5EC4-41F6-BAC1-280A4F4FA031}" srcOrd="1" destOrd="0" presId="urn:microsoft.com/office/officeart/2018/2/layout/IconLabelList"/>
    <dgm:cxn modelId="{E31B54CB-B053-4D52-A135-35CD84503D1B}" type="presParOf" srcId="{D2452631-3E2E-4B8F-A669-12B345B849B8}" destId="{BA6A58DE-B2A0-4527-8DC4-D7DB587CAAB6}" srcOrd="2" destOrd="0" presId="urn:microsoft.com/office/officeart/2018/2/layout/IconLabelList"/>
    <dgm:cxn modelId="{2DE67AEA-18A2-4C75-AD1A-F1AFF7AFCC21}" type="presParOf" srcId="{BA6A58DE-B2A0-4527-8DC4-D7DB587CAAB6}" destId="{504F96BB-2C69-4539-A15A-CA79FC606F7F}" srcOrd="0" destOrd="0" presId="urn:microsoft.com/office/officeart/2018/2/layout/IconLabelList"/>
    <dgm:cxn modelId="{9531CAD0-2FD1-457D-AEFA-609A4FC17159}" type="presParOf" srcId="{BA6A58DE-B2A0-4527-8DC4-D7DB587CAAB6}" destId="{925731BD-7758-46BB-B2CF-B622B5FD72CA}" srcOrd="1" destOrd="0" presId="urn:microsoft.com/office/officeart/2018/2/layout/IconLabelList"/>
    <dgm:cxn modelId="{7207F4A7-AD66-4B26-8BD3-0CE76C68A425}" type="presParOf" srcId="{BA6A58DE-B2A0-4527-8DC4-D7DB587CAAB6}" destId="{8799D85F-4D2B-41B5-8DFF-50A549B1D0AB}" srcOrd="2" destOrd="0" presId="urn:microsoft.com/office/officeart/2018/2/layout/IconLabelList"/>
    <dgm:cxn modelId="{D0E26901-1B1C-49A0-914B-1D586E302E29}" type="presParOf" srcId="{D2452631-3E2E-4B8F-A669-12B345B849B8}" destId="{9A4540D4-32F2-4130-A9E8-DF0929F77235}" srcOrd="3" destOrd="0" presId="urn:microsoft.com/office/officeart/2018/2/layout/IconLabelList"/>
    <dgm:cxn modelId="{9474CADC-B325-49CE-9244-163BE3677737}" type="presParOf" srcId="{D2452631-3E2E-4B8F-A669-12B345B849B8}" destId="{84D96954-CE8E-4DD8-9DAE-E6C555A89D2D}" srcOrd="4" destOrd="0" presId="urn:microsoft.com/office/officeart/2018/2/layout/IconLabelList"/>
    <dgm:cxn modelId="{9CA73C83-A9B4-44EC-A354-8F1131CAF238}" type="presParOf" srcId="{84D96954-CE8E-4DD8-9DAE-E6C555A89D2D}" destId="{6E34FAA3-153D-48C4-9978-8CEBEBB0BD7E}" srcOrd="0" destOrd="0" presId="urn:microsoft.com/office/officeart/2018/2/layout/IconLabelList"/>
    <dgm:cxn modelId="{A48FF34B-AB27-4DC0-869F-BA71AD33D49E}" type="presParOf" srcId="{84D96954-CE8E-4DD8-9DAE-E6C555A89D2D}" destId="{2CAD46E9-4753-4231-97EF-CB7DBFAAAAC7}" srcOrd="1" destOrd="0" presId="urn:microsoft.com/office/officeart/2018/2/layout/IconLabelList"/>
    <dgm:cxn modelId="{A9BD9B6E-FD69-42BE-A517-6B9EA823804C}" type="presParOf" srcId="{84D96954-CE8E-4DD8-9DAE-E6C555A89D2D}" destId="{4B079B26-7359-4D6A-AF44-47741D74C7D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1A0624-B734-44C3-953E-C94D30D435C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10D4FD4-8FF0-4868-B601-D4DABD1C055E}">
      <dgm:prSet/>
      <dgm:spPr/>
      <dgm:t>
        <a:bodyPr/>
        <a:lstStyle/>
        <a:p>
          <a:r>
            <a:rPr lang="en-GB"/>
            <a:t>Total stocks analyzed: </a:t>
          </a:r>
          <a:r>
            <a:rPr lang="en-GB" b="1"/>
            <a:t>180</a:t>
          </a:r>
          <a:endParaRPr lang="en-US"/>
        </a:p>
      </dgm:t>
    </dgm:pt>
    <dgm:pt modelId="{4FB94B7A-69B6-4597-A97C-591C7B17F5AA}" type="parTrans" cxnId="{83B1EDCB-EB27-499A-872B-3EBE1031C6D6}">
      <dgm:prSet/>
      <dgm:spPr/>
      <dgm:t>
        <a:bodyPr/>
        <a:lstStyle/>
        <a:p>
          <a:endParaRPr lang="en-US"/>
        </a:p>
      </dgm:t>
    </dgm:pt>
    <dgm:pt modelId="{FB6473F2-D35E-4433-B9CA-683BBF735033}" type="sibTrans" cxnId="{83B1EDCB-EB27-499A-872B-3EBE1031C6D6}">
      <dgm:prSet/>
      <dgm:spPr/>
      <dgm:t>
        <a:bodyPr/>
        <a:lstStyle/>
        <a:p>
          <a:endParaRPr lang="en-US"/>
        </a:p>
      </dgm:t>
    </dgm:pt>
    <dgm:pt modelId="{78C9443F-EFBD-4E65-ADDC-CCDED0E0FF48}">
      <dgm:prSet/>
      <dgm:spPr/>
      <dgm:t>
        <a:bodyPr/>
        <a:lstStyle/>
        <a:p>
          <a:r>
            <a:rPr lang="en-GB"/>
            <a:t>Stocks that delivered </a:t>
          </a:r>
          <a:r>
            <a:rPr lang="en-GB" b="1"/>
            <a:t>3x or more</a:t>
          </a:r>
          <a:r>
            <a:rPr lang="en-GB"/>
            <a:t> return in 5 years: </a:t>
          </a:r>
          <a:r>
            <a:rPr lang="en-GB" b="1"/>
            <a:t>21</a:t>
          </a:r>
          <a:r>
            <a:rPr lang="en-GB"/>
            <a:t> (11.7%)</a:t>
          </a:r>
          <a:endParaRPr lang="en-US"/>
        </a:p>
      </dgm:t>
    </dgm:pt>
    <dgm:pt modelId="{24CB5B59-E8B0-49D6-B73D-2BB5FFA970B2}" type="parTrans" cxnId="{A304F334-18FF-4621-A267-4131899D6EA7}">
      <dgm:prSet/>
      <dgm:spPr/>
      <dgm:t>
        <a:bodyPr/>
        <a:lstStyle/>
        <a:p>
          <a:endParaRPr lang="en-US"/>
        </a:p>
      </dgm:t>
    </dgm:pt>
    <dgm:pt modelId="{3AAA313C-6E04-4CC9-A8F2-EAC63204C786}" type="sibTrans" cxnId="{A304F334-18FF-4621-A267-4131899D6EA7}">
      <dgm:prSet/>
      <dgm:spPr/>
      <dgm:t>
        <a:bodyPr/>
        <a:lstStyle/>
        <a:p>
          <a:endParaRPr lang="en-US"/>
        </a:p>
      </dgm:t>
    </dgm:pt>
    <dgm:pt modelId="{52CA535F-499F-409D-87AB-C369A394F108}">
      <dgm:prSet/>
      <dgm:spPr/>
      <dgm:t>
        <a:bodyPr/>
        <a:lstStyle/>
        <a:p>
          <a:r>
            <a:rPr lang="en-GB"/>
            <a:t>This is a realistic and healthy imbalance for prediction</a:t>
          </a:r>
          <a:endParaRPr lang="en-US"/>
        </a:p>
      </dgm:t>
    </dgm:pt>
    <dgm:pt modelId="{9F13DEC6-3CD9-41A0-AB10-32AD96673F8E}" type="parTrans" cxnId="{3998AECD-EDE0-401B-AB33-7CA12ACA19DB}">
      <dgm:prSet/>
      <dgm:spPr/>
      <dgm:t>
        <a:bodyPr/>
        <a:lstStyle/>
        <a:p>
          <a:endParaRPr lang="en-US"/>
        </a:p>
      </dgm:t>
    </dgm:pt>
    <dgm:pt modelId="{1B0E3D08-A6B6-4194-BAF7-5C58817F9A65}" type="sibTrans" cxnId="{3998AECD-EDE0-401B-AB33-7CA12ACA19DB}">
      <dgm:prSet/>
      <dgm:spPr/>
      <dgm:t>
        <a:bodyPr/>
        <a:lstStyle/>
        <a:p>
          <a:endParaRPr lang="en-US"/>
        </a:p>
      </dgm:t>
    </dgm:pt>
    <dgm:pt modelId="{68E5768D-5007-4C53-BF53-3ABC7AC42C7F}">
      <dgm:prSet/>
      <dgm:spPr/>
      <dgm:t>
        <a:bodyPr/>
        <a:lstStyle/>
        <a:p>
          <a:r>
            <a:rPr lang="en-GB" b="1" dirty="0"/>
            <a:t>Key Insight</a:t>
          </a:r>
          <a:r>
            <a:rPr lang="en-GB" dirty="0"/>
            <a:t>: Only a small percentage of stocks become big winners — exactly what we want our model to learn to find.</a:t>
          </a:r>
          <a:endParaRPr lang="en-US" dirty="0"/>
        </a:p>
      </dgm:t>
    </dgm:pt>
    <dgm:pt modelId="{46779966-884A-45F6-B5B4-6630636136EE}" type="parTrans" cxnId="{5F1E7110-F90B-4873-A4CA-6D59F0269C6B}">
      <dgm:prSet/>
      <dgm:spPr/>
      <dgm:t>
        <a:bodyPr/>
        <a:lstStyle/>
        <a:p>
          <a:endParaRPr lang="en-US"/>
        </a:p>
      </dgm:t>
    </dgm:pt>
    <dgm:pt modelId="{2A0C7560-B5CE-4D0F-A9E1-AB1F533DB5AF}" type="sibTrans" cxnId="{5F1E7110-F90B-4873-A4CA-6D59F0269C6B}">
      <dgm:prSet/>
      <dgm:spPr/>
      <dgm:t>
        <a:bodyPr/>
        <a:lstStyle/>
        <a:p>
          <a:endParaRPr lang="en-US"/>
        </a:p>
      </dgm:t>
    </dgm:pt>
    <dgm:pt modelId="{A2D17309-3FA2-41D9-8401-313A59A7F12B}" type="pres">
      <dgm:prSet presAssocID="{8E1A0624-B734-44C3-953E-C94D30D435C1}" presName="outerComposite" presStyleCnt="0">
        <dgm:presLayoutVars>
          <dgm:chMax val="5"/>
          <dgm:dir/>
          <dgm:resizeHandles val="exact"/>
        </dgm:presLayoutVars>
      </dgm:prSet>
      <dgm:spPr/>
    </dgm:pt>
    <dgm:pt modelId="{FFD7DCC2-EDA9-4680-90D0-61F89806FE06}" type="pres">
      <dgm:prSet presAssocID="{8E1A0624-B734-44C3-953E-C94D30D435C1}" presName="dummyMaxCanvas" presStyleCnt="0">
        <dgm:presLayoutVars/>
      </dgm:prSet>
      <dgm:spPr/>
    </dgm:pt>
    <dgm:pt modelId="{D7669734-BC01-447F-A238-4C29B4F34549}" type="pres">
      <dgm:prSet presAssocID="{8E1A0624-B734-44C3-953E-C94D30D435C1}" presName="FourNodes_1" presStyleLbl="node1" presStyleIdx="0" presStyleCnt="4">
        <dgm:presLayoutVars>
          <dgm:bulletEnabled val="1"/>
        </dgm:presLayoutVars>
      </dgm:prSet>
      <dgm:spPr/>
    </dgm:pt>
    <dgm:pt modelId="{9A279482-FA97-46D3-9A77-9C4D9DACE947}" type="pres">
      <dgm:prSet presAssocID="{8E1A0624-B734-44C3-953E-C94D30D435C1}" presName="FourNodes_2" presStyleLbl="node1" presStyleIdx="1" presStyleCnt="4">
        <dgm:presLayoutVars>
          <dgm:bulletEnabled val="1"/>
        </dgm:presLayoutVars>
      </dgm:prSet>
      <dgm:spPr/>
    </dgm:pt>
    <dgm:pt modelId="{F535F0B5-40CE-41C8-B698-386FB1F5E82E}" type="pres">
      <dgm:prSet presAssocID="{8E1A0624-B734-44C3-953E-C94D30D435C1}" presName="FourNodes_3" presStyleLbl="node1" presStyleIdx="2" presStyleCnt="4">
        <dgm:presLayoutVars>
          <dgm:bulletEnabled val="1"/>
        </dgm:presLayoutVars>
      </dgm:prSet>
      <dgm:spPr/>
    </dgm:pt>
    <dgm:pt modelId="{5522469A-3B3B-408A-B355-FDD9BE1D9DBC}" type="pres">
      <dgm:prSet presAssocID="{8E1A0624-B734-44C3-953E-C94D30D435C1}" presName="FourNodes_4" presStyleLbl="node1" presStyleIdx="3" presStyleCnt="4">
        <dgm:presLayoutVars>
          <dgm:bulletEnabled val="1"/>
        </dgm:presLayoutVars>
      </dgm:prSet>
      <dgm:spPr/>
    </dgm:pt>
    <dgm:pt modelId="{C0DD1F69-1FED-4834-A710-7A1BD236EB7C}" type="pres">
      <dgm:prSet presAssocID="{8E1A0624-B734-44C3-953E-C94D30D435C1}" presName="FourConn_1-2" presStyleLbl="fgAccFollowNode1" presStyleIdx="0" presStyleCnt="3">
        <dgm:presLayoutVars>
          <dgm:bulletEnabled val="1"/>
        </dgm:presLayoutVars>
      </dgm:prSet>
      <dgm:spPr/>
    </dgm:pt>
    <dgm:pt modelId="{97BF18BD-4E9C-4DB8-BA92-92D1741F86A6}" type="pres">
      <dgm:prSet presAssocID="{8E1A0624-B734-44C3-953E-C94D30D435C1}" presName="FourConn_2-3" presStyleLbl="fgAccFollowNode1" presStyleIdx="1" presStyleCnt="3">
        <dgm:presLayoutVars>
          <dgm:bulletEnabled val="1"/>
        </dgm:presLayoutVars>
      </dgm:prSet>
      <dgm:spPr/>
    </dgm:pt>
    <dgm:pt modelId="{2E28E266-93B7-4249-BA6D-FEB82950FBE1}" type="pres">
      <dgm:prSet presAssocID="{8E1A0624-B734-44C3-953E-C94D30D435C1}" presName="FourConn_3-4" presStyleLbl="fgAccFollowNode1" presStyleIdx="2" presStyleCnt="3">
        <dgm:presLayoutVars>
          <dgm:bulletEnabled val="1"/>
        </dgm:presLayoutVars>
      </dgm:prSet>
      <dgm:spPr/>
    </dgm:pt>
    <dgm:pt modelId="{9CE4C0E6-1DAC-4B75-B697-55A214ECC29D}" type="pres">
      <dgm:prSet presAssocID="{8E1A0624-B734-44C3-953E-C94D30D435C1}" presName="FourNodes_1_text" presStyleLbl="node1" presStyleIdx="3" presStyleCnt="4">
        <dgm:presLayoutVars>
          <dgm:bulletEnabled val="1"/>
        </dgm:presLayoutVars>
      </dgm:prSet>
      <dgm:spPr/>
    </dgm:pt>
    <dgm:pt modelId="{568F09B3-7E24-46A8-9CDF-F03A1EF2B0A3}" type="pres">
      <dgm:prSet presAssocID="{8E1A0624-B734-44C3-953E-C94D30D435C1}" presName="FourNodes_2_text" presStyleLbl="node1" presStyleIdx="3" presStyleCnt="4">
        <dgm:presLayoutVars>
          <dgm:bulletEnabled val="1"/>
        </dgm:presLayoutVars>
      </dgm:prSet>
      <dgm:spPr/>
    </dgm:pt>
    <dgm:pt modelId="{DC9FED5A-01AB-4A59-B4DE-32839E7C0425}" type="pres">
      <dgm:prSet presAssocID="{8E1A0624-B734-44C3-953E-C94D30D435C1}" presName="FourNodes_3_text" presStyleLbl="node1" presStyleIdx="3" presStyleCnt="4">
        <dgm:presLayoutVars>
          <dgm:bulletEnabled val="1"/>
        </dgm:presLayoutVars>
      </dgm:prSet>
      <dgm:spPr/>
    </dgm:pt>
    <dgm:pt modelId="{C5C9A485-6BF9-4C9D-B55F-5E3A4BECF2B9}" type="pres">
      <dgm:prSet presAssocID="{8E1A0624-B734-44C3-953E-C94D30D435C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1D26B08-8FBD-46E7-A785-F23AA5C5444A}" type="presOf" srcId="{78C9443F-EFBD-4E65-ADDC-CCDED0E0FF48}" destId="{568F09B3-7E24-46A8-9CDF-F03A1EF2B0A3}" srcOrd="1" destOrd="0" presId="urn:microsoft.com/office/officeart/2005/8/layout/vProcess5"/>
    <dgm:cxn modelId="{5F1E7110-F90B-4873-A4CA-6D59F0269C6B}" srcId="{8E1A0624-B734-44C3-953E-C94D30D435C1}" destId="{68E5768D-5007-4C53-BF53-3ABC7AC42C7F}" srcOrd="3" destOrd="0" parTransId="{46779966-884A-45F6-B5B4-6630636136EE}" sibTransId="{2A0C7560-B5CE-4D0F-A9E1-AB1F533DB5AF}"/>
    <dgm:cxn modelId="{03C62813-768D-4F93-80D2-9717BD3C77FE}" type="presOf" srcId="{52CA535F-499F-409D-87AB-C369A394F108}" destId="{F535F0B5-40CE-41C8-B698-386FB1F5E82E}" srcOrd="0" destOrd="0" presId="urn:microsoft.com/office/officeart/2005/8/layout/vProcess5"/>
    <dgm:cxn modelId="{441A2A15-1182-44E1-ABD6-468357B88970}" type="presOf" srcId="{910D4FD4-8FF0-4868-B601-D4DABD1C055E}" destId="{D7669734-BC01-447F-A238-4C29B4F34549}" srcOrd="0" destOrd="0" presId="urn:microsoft.com/office/officeart/2005/8/layout/vProcess5"/>
    <dgm:cxn modelId="{0BCF6626-E30C-48DA-B4EA-1D3834DBE384}" type="presOf" srcId="{1B0E3D08-A6B6-4194-BAF7-5C58817F9A65}" destId="{2E28E266-93B7-4249-BA6D-FEB82950FBE1}" srcOrd="0" destOrd="0" presId="urn:microsoft.com/office/officeart/2005/8/layout/vProcess5"/>
    <dgm:cxn modelId="{A304F334-18FF-4621-A267-4131899D6EA7}" srcId="{8E1A0624-B734-44C3-953E-C94D30D435C1}" destId="{78C9443F-EFBD-4E65-ADDC-CCDED0E0FF48}" srcOrd="1" destOrd="0" parTransId="{24CB5B59-E8B0-49D6-B73D-2BB5FFA970B2}" sibTransId="{3AAA313C-6E04-4CC9-A8F2-EAC63204C786}"/>
    <dgm:cxn modelId="{21D67567-AFC7-4D36-AE83-015E62AABDD2}" type="presOf" srcId="{68E5768D-5007-4C53-BF53-3ABC7AC42C7F}" destId="{C5C9A485-6BF9-4C9D-B55F-5E3A4BECF2B9}" srcOrd="1" destOrd="0" presId="urn:microsoft.com/office/officeart/2005/8/layout/vProcess5"/>
    <dgm:cxn modelId="{25C88B6B-5DC7-4DBD-9996-66D2E6502865}" type="presOf" srcId="{52CA535F-499F-409D-87AB-C369A394F108}" destId="{DC9FED5A-01AB-4A59-B4DE-32839E7C0425}" srcOrd="1" destOrd="0" presId="urn:microsoft.com/office/officeart/2005/8/layout/vProcess5"/>
    <dgm:cxn modelId="{EA51C24C-C278-4C22-A9EC-8E5FC39E814D}" type="presOf" srcId="{FB6473F2-D35E-4433-B9CA-683BBF735033}" destId="{C0DD1F69-1FED-4834-A710-7A1BD236EB7C}" srcOrd="0" destOrd="0" presId="urn:microsoft.com/office/officeart/2005/8/layout/vProcess5"/>
    <dgm:cxn modelId="{1DE06989-E880-413D-B97E-E9CD8DC17371}" type="presOf" srcId="{3AAA313C-6E04-4CC9-A8F2-EAC63204C786}" destId="{97BF18BD-4E9C-4DB8-BA92-92D1741F86A6}" srcOrd="0" destOrd="0" presId="urn:microsoft.com/office/officeart/2005/8/layout/vProcess5"/>
    <dgm:cxn modelId="{A4816FBD-B2C6-4E85-9B89-65DDFFDD1024}" type="presOf" srcId="{68E5768D-5007-4C53-BF53-3ABC7AC42C7F}" destId="{5522469A-3B3B-408A-B355-FDD9BE1D9DBC}" srcOrd="0" destOrd="0" presId="urn:microsoft.com/office/officeart/2005/8/layout/vProcess5"/>
    <dgm:cxn modelId="{826977C8-7485-44D7-81F5-7FA0C2396667}" type="presOf" srcId="{78C9443F-EFBD-4E65-ADDC-CCDED0E0FF48}" destId="{9A279482-FA97-46D3-9A77-9C4D9DACE947}" srcOrd="0" destOrd="0" presId="urn:microsoft.com/office/officeart/2005/8/layout/vProcess5"/>
    <dgm:cxn modelId="{83B1EDCB-EB27-499A-872B-3EBE1031C6D6}" srcId="{8E1A0624-B734-44C3-953E-C94D30D435C1}" destId="{910D4FD4-8FF0-4868-B601-D4DABD1C055E}" srcOrd="0" destOrd="0" parTransId="{4FB94B7A-69B6-4597-A97C-591C7B17F5AA}" sibTransId="{FB6473F2-D35E-4433-B9CA-683BBF735033}"/>
    <dgm:cxn modelId="{3998AECD-EDE0-401B-AB33-7CA12ACA19DB}" srcId="{8E1A0624-B734-44C3-953E-C94D30D435C1}" destId="{52CA535F-499F-409D-87AB-C369A394F108}" srcOrd="2" destOrd="0" parTransId="{9F13DEC6-3CD9-41A0-AB10-32AD96673F8E}" sibTransId="{1B0E3D08-A6B6-4194-BAF7-5C58817F9A65}"/>
    <dgm:cxn modelId="{0100B4E7-7D3E-44C0-9526-4ED6FCCE4934}" type="presOf" srcId="{910D4FD4-8FF0-4868-B601-D4DABD1C055E}" destId="{9CE4C0E6-1DAC-4B75-B697-55A214ECC29D}" srcOrd="1" destOrd="0" presId="urn:microsoft.com/office/officeart/2005/8/layout/vProcess5"/>
    <dgm:cxn modelId="{6341BDF1-CE0D-4127-A77B-82732BF1A132}" type="presOf" srcId="{8E1A0624-B734-44C3-953E-C94D30D435C1}" destId="{A2D17309-3FA2-41D9-8401-313A59A7F12B}" srcOrd="0" destOrd="0" presId="urn:microsoft.com/office/officeart/2005/8/layout/vProcess5"/>
    <dgm:cxn modelId="{12E39DC1-72DE-4D90-B223-FEC0565877A6}" type="presParOf" srcId="{A2D17309-3FA2-41D9-8401-313A59A7F12B}" destId="{FFD7DCC2-EDA9-4680-90D0-61F89806FE06}" srcOrd="0" destOrd="0" presId="urn:microsoft.com/office/officeart/2005/8/layout/vProcess5"/>
    <dgm:cxn modelId="{2793F055-59BC-48C7-9036-D080C2229914}" type="presParOf" srcId="{A2D17309-3FA2-41D9-8401-313A59A7F12B}" destId="{D7669734-BC01-447F-A238-4C29B4F34549}" srcOrd="1" destOrd="0" presId="urn:microsoft.com/office/officeart/2005/8/layout/vProcess5"/>
    <dgm:cxn modelId="{ADF246E0-1BCF-48B6-AFAF-287707357A33}" type="presParOf" srcId="{A2D17309-3FA2-41D9-8401-313A59A7F12B}" destId="{9A279482-FA97-46D3-9A77-9C4D9DACE947}" srcOrd="2" destOrd="0" presId="urn:microsoft.com/office/officeart/2005/8/layout/vProcess5"/>
    <dgm:cxn modelId="{2DC43578-46D5-4A19-A670-EDCBEA1238CD}" type="presParOf" srcId="{A2D17309-3FA2-41D9-8401-313A59A7F12B}" destId="{F535F0B5-40CE-41C8-B698-386FB1F5E82E}" srcOrd="3" destOrd="0" presId="urn:microsoft.com/office/officeart/2005/8/layout/vProcess5"/>
    <dgm:cxn modelId="{A006E1AF-2450-43CA-900D-A369A7C73F3A}" type="presParOf" srcId="{A2D17309-3FA2-41D9-8401-313A59A7F12B}" destId="{5522469A-3B3B-408A-B355-FDD9BE1D9DBC}" srcOrd="4" destOrd="0" presId="urn:microsoft.com/office/officeart/2005/8/layout/vProcess5"/>
    <dgm:cxn modelId="{B9F4DA43-C247-4DD6-A65D-35701A2F3ABA}" type="presParOf" srcId="{A2D17309-3FA2-41D9-8401-313A59A7F12B}" destId="{C0DD1F69-1FED-4834-A710-7A1BD236EB7C}" srcOrd="5" destOrd="0" presId="urn:microsoft.com/office/officeart/2005/8/layout/vProcess5"/>
    <dgm:cxn modelId="{3D82BD16-9101-44FB-96C8-CE5A29A2E785}" type="presParOf" srcId="{A2D17309-3FA2-41D9-8401-313A59A7F12B}" destId="{97BF18BD-4E9C-4DB8-BA92-92D1741F86A6}" srcOrd="6" destOrd="0" presId="urn:microsoft.com/office/officeart/2005/8/layout/vProcess5"/>
    <dgm:cxn modelId="{ED692CBC-00CE-471F-BF35-E295FBBAADF4}" type="presParOf" srcId="{A2D17309-3FA2-41D9-8401-313A59A7F12B}" destId="{2E28E266-93B7-4249-BA6D-FEB82950FBE1}" srcOrd="7" destOrd="0" presId="urn:microsoft.com/office/officeart/2005/8/layout/vProcess5"/>
    <dgm:cxn modelId="{6E6989E1-E6CE-4C72-820C-C7C668C966E1}" type="presParOf" srcId="{A2D17309-3FA2-41D9-8401-313A59A7F12B}" destId="{9CE4C0E6-1DAC-4B75-B697-55A214ECC29D}" srcOrd="8" destOrd="0" presId="urn:microsoft.com/office/officeart/2005/8/layout/vProcess5"/>
    <dgm:cxn modelId="{B2EDEB51-B83F-4411-B604-849F48813218}" type="presParOf" srcId="{A2D17309-3FA2-41D9-8401-313A59A7F12B}" destId="{568F09B3-7E24-46A8-9CDF-F03A1EF2B0A3}" srcOrd="9" destOrd="0" presId="urn:microsoft.com/office/officeart/2005/8/layout/vProcess5"/>
    <dgm:cxn modelId="{5E076BEA-2411-44C6-828D-B2FA5AD38E49}" type="presParOf" srcId="{A2D17309-3FA2-41D9-8401-313A59A7F12B}" destId="{DC9FED5A-01AB-4A59-B4DE-32839E7C0425}" srcOrd="10" destOrd="0" presId="urn:microsoft.com/office/officeart/2005/8/layout/vProcess5"/>
    <dgm:cxn modelId="{6BBB23A8-409C-49DF-89FC-E1075AB5BDBC}" type="presParOf" srcId="{A2D17309-3FA2-41D9-8401-313A59A7F12B}" destId="{C5C9A485-6BF9-4C9D-B55F-5E3A4BECF2B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73EAB5-E439-46CD-99C5-33C6304175E3}" type="doc">
      <dgm:prSet loTypeId="urn:microsoft.com/office/officeart/2008/layout/LinedList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609657D-3F87-4453-8655-776F7F04A113}">
      <dgm:prSet/>
      <dgm:spPr/>
      <dgm:t>
        <a:bodyPr/>
        <a:lstStyle/>
        <a:p>
          <a:r>
            <a:rPr lang="en-GB" dirty="0"/>
            <a:t>Created new features to help the model better understand what makes a stock a potential 3x winner:</a:t>
          </a:r>
          <a:endParaRPr lang="en-US" dirty="0"/>
        </a:p>
      </dgm:t>
    </dgm:pt>
    <dgm:pt modelId="{0085EA01-40FC-4A16-A5F9-8C3E5F28DF6C}" type="parTrans" cxnId="{D7BD6597-8857-435C-8CED-9822C0E1737B}">
      <dgm:prSet/>
      <dgm:spPr/>
      <dgm:t>
        <a:bodyPr/>
        <a:lstStyle/>
        <a:p>
          <a:endParaRPr lang="en-US"/>
        </a:p>
      </dgm:t>
    </dgm:pt>
    <dgm:pt modelId="{850833D5-B9AD-4202-921A-4A933AA2A2E8}" type="sibTrans" cxnId="{D7BD6597-8857-435C-8CED-9822C0E1737B}">
      <dgm:prSet/>
      <dgm:spPr/>
      <dgm:t>
        <a:bodyPr/>
        <a:lstStyle/>
        <a:p>
          <a:endParaRPr lang="en-US"/>
        </a:p>
      </dgm:t>
    </dgm:pt>
    <dgm:pt modelId="{D0C8198D-3503-4D8E-BDCE-923F01A42B13}">
      <dgm:prSet/>
      <dgm:spPr/>
      <dgm:t>
        <a:bodyPr/>
        <a:lstStyle/>
        <a:p>
          <a:r>
            <a:rPr lang="en-GB" b="1"/>
            <a:t>Growth Features</a:t>
          </a:r>
          <a:endParaRPr lang="en-US"/>
        </a:p>
      </dgm:t>
    </dgm:pt>
    <dgm:pt modelId="{4B7128A2-4981-4A2A-A7FB-D6CBA7764E2A}" type="parTrans" cxnId="{A4605C70-9A1D-4B17-8781-9CDB9BC24F68}">
      <dgm:prSet/>
      <dgm:spPr/>
      <dgm:t>
        <a:bodyPr/>
        <a:lstStyle/>
        <a:p>
          <a:endParaRPr lang="en-US"/>
        </a:p>
      </dgm:t>
    </dgm:pt>
    <dgm:pt modelId="{A637DCEE-A6C9-4B8A-982C-5BB6DEEAE5CE}" type="sibTrans" cxnId="{A4605C70-9A1D-4B17-8781-9CDB9BC24F68}">
      <dgm:prSet/>
      <dgm:spPr/>
      <dgm:t>
        <a:bodyPr/>
        <a:lstStyle/>
        <a:p>
          <a:endParaRPr lang="en-US"/>
        </a:p>
      </dgm:t>
    </dgm:pt>
    <dgm:pt modelId="{908EC79B-AA2C-42A8-A636-0485FE09420E}">
      <dgm:prSet/>
      <dgm:spPr/>
      <dgm:t>
        <a:bodyPr/>
        <a:lstStyle/>
        <a:p>
          <a:r>
            <a:rPr lang="en-GB"/>
            <a:t>revenue_growth_strong: Is revenue growing faster than 20%?</a:t>
          </a:r>
          <a:endParaRPr lang="en-US"/>
        </a:p>
      </dgm:t>
    </dgm:pt>
    <dgm:pt modelId="{71EDA8B9-4C2E-4395-BEF5-DD23DA1FD3A7}" type="parTrans" cxnId="{DE5843C2-2053-480F-BFDD-0E0E2B60168F}">
      <dgm:prSet/>
      <dgm:spPr/>
      <dgm:t>
        <a:bodyPr/>
        <a:lstStyle/>
        <a:p>
          <a:endParaRPr lang="en-US"/>
        </a:p>
      </dgm:t>
    </dgm:pt>
    <dgm:pt modelId="{F3E65206-C841-4896-AFEE-4330A6DDFE1C}" type="sibTrans" cxnId="{DE5843C2-2053-480F-BFDD-0E0E2B60168F}">
      <dgm:prSet/>
      <dgm:spPr/>
      <dgm:t>
        <a:bodyPr/>
        <a:lstStyle/>
        <a:p>
          <a:endParaRPr lang="en-US"/>
        </a:p>
      </dgm:t>
    </dgm:pt>
    <dgm:pt modelId="{DFA97D85-8640-499E-B678-6246FCB5EC89}">
      <dgm:prSet/>
      <dgm:spPr/>
      <dgm:t>
        <a:bodyPr/>
        <a:lstStyle/>
        <a:p>
          <a:r>
            <a:rPr lang="en-GB" dirty="0" err="1"/>
            <a:t>earnings_growth_strong</a:t>
          </a:r>
          <a:r>
            <a:rPr lang="en-GB" dirty="0"/>
            <a:t>: Is profit growing faster than 25%?</a:t>
          </a:r>
          <a:endParaRPr lang="en-US" dirty="0"/>
        </a:p>
      </dgm:t>
    </dgm:pt>
    <dgm:pt modelId="{6181235D-DB6E-4B28-834E-75E9BF1DFEA9}" type="parTrans" cxnId="{65D6DE61-8B84-437B-89D7-07FD9D261364}">
      <dgm:prSet/>
      <dgm:spPr/>
      <dgm:t>
        <a:bodyPr/>
        <a:lstStyle/>
        <a:p>
          <a:endParaRPr lang="en-US"/>
        </a:p>
      </dgm:t>
    </dgm:pt>
    <dgm:pt modelId="{29094C4A-8C8E-463E-BD25-DDA1BD102B13}" type="sibTrans" cxnId="{65D6DE61-8B84-437B-89D7-07FD9D261364}">
      <dgm:prSet/>
      <dgm:spPr/>
      <dgm:t>
        <a:bodyPr/>
        <a:lstStyle/>
        <a:p>
          <a:endParaRPr lang="en-US"/>
        </a:p>
      </dgm:t>
    </dgm:pt>
    <dgm:pt modelId="{A43CE80E-61C3-471B-8021-CD5294103F98}">
      <dgm:prSet/>
      <dgm:spPr/>
      <dgm:t>
        <a:bodyPr/>
        <a:lstStyle/>
        <a:p>
          <a:r>
            <a:rPr lang="en-GB"/>
            <a:t>growth_score: Combined growth strength</a:t>
          </a:r>
          <a:endParaRPr lang="en-US"/>
        </a:p>
      </dgm:t>
    </dgm:pt>
    <dgm:pt modelId="{82BA5C03-6693-47A3-8CA1-CBCC21196B53}" type="parTrans" cxnId="{CAC41B16-D56B-4CE6-AA00-ECA936C7A857}">
      <dgm:prSet/>
      <dgm:spPr/>
      <dgm:t>
        <a:bodyPr/>
        <a:lstStyle/>
        <a:p>
          <a:endParaRPr lang="en-US"/>
        </a:p>
      </dgm:t>
    </dgm:pt>
    <dgm:pt modelId="{819C0830-FC42-4C1E-9D64-E165173A1F31}" type="sibTrans" cxnId="{CAC41B16-D56B-4CE6-AA00-ECA936C7A857}">
      <dgm:prSet/>
      <dgm:spPr/>
      <dgm:t>
        <a:bodyPr/>
        <a:lstStyle/>
        <a:p>
          <a:endParaRPr lang="en-US"/>
        </a:p>
      </dgm:t>
    </dgm:pt>
    <dgm:pt modelId="{F233D728-ED30-4B5A-8E45-1F03BFEBF492}">
      <dgm:prSet/>
      <dgm:spPr/>
      <dgm:t>
        <a:bodyPr/>
        <a:lstStyle/>
        <a:p>
          <a:r>
            <a:rPr lang="en-GB" b="1"/>
            <a:t>Valuation Features</a:t>
          </a:r>
          <a:endParaRPr lang="en-US"/>
        </a:p>
      </dgm:t>
    </dgm:pt>
    <dgm:pt modelId="{CB4CAA30-8C96-435E-AD02-7A409C5BB5FB}" type="parTrans" cxnId="{74E6EEB9-6F09-4EFE-BD38-019B40AB5997}">
      <dgm:prSet/>
      <dgm:spPr/>
      <dgm:t>
        <a:bodyPr/>
        <a:lstStyle/>
        <a:p>
          <a:endParaRPr lang="en-US"/>
        </a:p>
      </dgm:t>
    </dgm:pt>
    <dgm:pt modelId="{23AFF376-0EAA-466C-9700-FBE557F8BD32}" type="sibTrans" cxnId="{74E6EEB9-6F09-4EFE-BD38-019B40AB5997}">
      <dgm:prSet/>
      <dgm:spPr/>
      <dgm:t>
        <a:bodyPr/>
        <a:lstStyle/>
        <a:p>
          <a:endParaRPr lang="en-US"/>
        </a:p>
      </dgm:t>
    </dgm:pt>
    <dgm:pt modelId="{2826165F-E554-4B82-86B9-EC402A3F3CA7}">
      <dgm:prSet/>
      <dgm:spPr/>
      <dgm:t>
        <a:bodyPr/>
        <a:lstStyle/>
        <a:p>
          <a:r>
            <a:rPr lang="en-GB"/>
            <a:t>peg_ratio_clean: Cleaned PEG ratio (lower = better value for growth)</a:t>
          </a:r>
          <a:endParaRPr lang="en-US"/>
        </a:p>
      </dgm:t>
    </dgm:pt>
    <dgm:pt modelId="{2360CCA7-0FD0-4132-9B09-AF2B3A9FC9ED}" type="parTrans" cxnId="{D445B37E-472F-4E89-AE97-BAA5550E8978}">
      <dgm:prSet/>
      <dgm:spPr/>
      <dgm:t>
        <a:bodyPr/>
        <a:lstStyle/>
        <a:p>
          <a:endParaRPr lang="en-US"/>
        </a:p>
      </dgm:t>
    </dgm:pt>
    <dgm:pt modelId="{728C932B-57F2-40B3-B2BC-E4B1C64B4CC9}" type="sibTrans" cxnId="{D445B37E-472F-4E89-AE97-BAA5550E8978}">
      <dgm:prSet/>
      <dgm:spPr/>
      <dgm:t>
        <a:bodyPr/>
        <a:lstStyle/>
        <a:p>
          <a:endParaRPr lang="en-US"/>
        </a:p>
      </dgm:t>
    </dgm:pt>
    <dgm:pt modelId="{0824A2EA-B4D9-4504-99A3-A2FE173528F7}">
      <dgm:prSet/>
      <dgm:spPr/>
      <dgm:t>
        <a:bodyPr/>
        <a:lstStyle/>
        <a:p>
          <a:r>
            <a:rPr lang="en-GB"/>
            <a:t>pe_category: Cheap / Fair / Expensive / Very Expensive</a:t>
          </a:r>
          <a:endParaRPr lang="en-US"/>
        </a:p>
      </dgm:t>
    </dgm:pt>
    <dgm:pt modelId="{CDA47322-902C-4D8B-923D-57BCCAEE940A}" type="parTrans" cxnId="{4B98DF47-7A2E-4386-A03B-47914ED07DB3}">
      <dgm:prSet/>
      <dgm:spPr/>
      <dgm:t>
        <a:bodyPr/>
        <a:lstStyle/>
        <a:p>
          <a:endParaRPr lang="en-US"/>
        </a:p>
      </dgm:t>
    </dgm:pt>
    <dgm:pt modelId="{1C774AED-87DF-458E-9967-FAFA77845653}" type="sibTrans" cxnId="{4B98DF47-7A2E-4386-A03B-47914ED07DB3}">
      <dgm:prSet/>
      <dgm:spPr/>
      <dgm:t>
        <a:bodyPr/>
        <a:lstStyle/>
        <a:p>
          <a:endParaRPr lang="en-US"/>
        </a:p>
      </dgm:t>
    </dgm:pt>
    <dgm:pt modelId="{F2A5C59A-0A96-47A3-965F-957F18DC27A2}">
      <dgm:prSet/>
      <dgm:spPr/>
      <dgm:t>
        <a:bodyPr/>
        <a:lstStyle/>
        <a:p>
          <a:r>
            <a:rPr lang="en-GB" b="1"/>
            <a:t>Quality &amp; Safety Features</a:t>
          </a:r>
          <a:endParaRPr lang="en-US"/>
        </a:p>
      </dgm:t>
    </dgm:pt>
    <dgm:pt modelId="{6920E463-7400-44C1-B454-BC7891B0451D}" type="parTrans" cxnId="{A177C87E-168B-4071-ADEC-0EDE2734CA96}">
      <dgm:prSet/>
      <dgm:spPr/>
      <dgm:t>
        <a:bodyPr/>
        <a:lstStyle/>
        <a:p>
          <a:endParaRPr lang="en-US"/>
        </a:p>
      </dgm:t>
    </dgm:pt>
    <dgm:pt modelId="{8D9C0F3B-FCEE-47A0-9365-FE18E3F89975}" type="sibTrans" cxnId="{A177C87E-168B-4071-ADEC-0EDE2734CA96}">
      <dgm:prSet/>
      <dgm:spPr/>
      <dgm:t>
        <a:bodyPr/>
        <a:lstStyle/>
        <a:p>
          <a:endParaRPr lang="en-US"/>
        </a:p>
      </dgm:t>
    </dgm:pt>
    <dgm:pt modelId="{CE3D5891-C427-467F-B2D3-F7F758F1EEB9}">
      <dgm:prSet/>
      <dgm:spPr/>
      <dgm:t>
        <a:bodyPr/>
        <a:lstStyle/>
        <a:p>
          <a:r>
            <a:rPr lang="en-GB"/>
            <a:t>roe_strong: Is the company good at generating profit? (ROE &gt; 15%)</a:t>
          </a:r>
          <a:endParaRPr lang="en-US"/>
        </a:p>
      </dgm:t>
    </dgm:pt>
    <dgm:pt modelId="{6485C20E-80D8-4F1A-BDAE-32558E0803DB}" type="parTrans" cxnId="{470306A9-65F4-4324-8720-7636870484A6}">
      <dgm:prSet/>
      <dgm:spPr/>
      <dgm:t>
        <a:bodyPr/>
        <a:lstStyle/>
        <a:p>
          <a:endParaRPr lang="en-US"/>
        </a:p>
      </dgm:t>
    </dgm:pt>
    <dgm:pt modelId="{DB3040EE-4877-4E89-A1BD-91CEF5A9DE8A}" type="sibTrans" cxnId="{470306A9-65F4-4324-8720-7636870484A6}">
      <dgm:prSet/>
      <dgm:spPr/>
      <dgm:t>
        <a:bodyPr/>
        <a:lstStyle/>
        <a:p>
          <a:endParaRPr lang="en-US"/>
        </a:p>
      </dgm:t>
    </dgm:pt>
    <dgm:pt modelId="{1BEC5986-327E-40FE-9A88-22DCBB69C756}">
      <dgm:prSet/>
      <dgm:spPr/>
      <dgm:t>
        <a:bodyPr/>
        <a:lstStyle/>
        <a:p>
          <a:r>
            <a:rPr lang="en-GB" dirty="0" err="1"/>
            <a:t>low_debt</a:t>
          </a:r>
          <a:r>
            <a:rPr lang="en-GB" dirty="0"/>
            <a:t>: Does the company have low debt?</a:t>
          </a:r>
          <a:endParaRPr lang="en-US" dirty="0"/>
        </a:p>
      </dgm:t>
    </dgm:pt>
    <dgm:pt modelId="{40E2A275-8793-4A54-8C96-3D92373CB986}" type="parTrans" cxnId="{E58EDAFA-0FD6-406A-B68B-4ADC41EF7293}">
      <dgm:prSet/>
      <dgm:spPr/>
      <dgm:t>
        <a:bodyPr/>
        <a:lstStyle/>
        <a:p>
          <a:endParaRPr lang="en-US"/>
        </a:p>
      </dgm:t>
    </dgm:pt>
    <dgm:pt modelId="{E6D45E3D-AF78-4439-9829-FD344B2DAF65}" type="sibTrans" cxnId="{E58EDAFA-0FD6-406A-B68B-4ADC41EF7293}">
      <dgm:prSet/>
      <dgm:spPr/>
      <dgm:t>
        <a:bodyPr/>
        <a:lstStyle/>
        <a:p>
          <a:endParaRPr lang="en-US"/>
        </a:p>
      </dgm:t>
    </dgm:pt>
    <dgm:pt modelId="{BECABF70-2501-483F-9C3F-0F75C7F10BB4}">
      <dgm:prSet/>
      <dgm:spPr/>
      <dgm:t>
        <a:bodyPr/>
        <a:lstStyle/>
        <a:p>
          <a:r>
            <a:rPr lang="en-GB" b="1"/>
            <a:t>Risk Feature</a:t>
          </a:r>
          <a:endParaRPr lang="en-US"/>
        </a:p>
      </dgm:t>
    </dgm:pt>
    <dgm:pt modelId="{C43CCE29-E284-498E-B123-1F0530D20233}" type="parTrans" cxnId="{D8693DF5-24EC-4685-965D-6EFE375C6539}">
      <dgm:prSet/>
      <dgm:spPr/>
      <dgm:t>
        <a:bodyPr/>
        <a:lstStyle/>
        <a:p>
          <a:endParaRPr lang="en-US"/>
        </a:p>
      </dgm:t>
    </dgm:pt>
    <dgm:pt modelId="{B682B8E8-DD55-4F5E-886E-32F2C49178EE}" type="sibTrans" cxnId="{D8693DF5-24EC-4685-965D-6EFE375C6539}">
      <dgm:prSet/>
      <dgm:spPr/>
      <dgm:t>
        <a:bodyPr/>
        <a:lstStyle/>
        <a:p>
          <a:endParaRPr lang="en-US"/>
        </a:p>
      </dgm:t>
    </dgm:pt>
    <dgm:pt modelId="{7D369909-CF00-4F97-9F0B-9677C669DA92}">
      <dgm:prSet/>
      <dgm:spPr/>
      <dgm:t>
        <a:bodyPr/>
        <a:lstStyle/>
        <a:p>
          <a:r>
            <a:rPr lang="en-GB"/>
            <a:t>beta_category: How volatile is the stock? (Low / Moderate / High / Very High)</a:t>
          </a:r>
          <a:endParaRPr lang="en-US"/>
        </a:p>
      </dgm:t>
    </dgm:pt>
    <dgm:pt modelId="{7A3D2D51-11AF-4DBB-814E-5267D4978BE6}" type="parTrans" cxnId="{2462A83C-5479-4F97-AED1-9BA41E3280A7}">
      <dgm:prSet/>
      <dgm:spPr/>
      <dgm:t>
        <a:bodyPr/>
        <a:lstStyle/>
        <a:p>
          <a:endParaRPr lang="en-US"/>
        </a:p>
      </dgm:t>
    </dgm:pt>
    <dgm:pt modelId="{61CD66A4-320D-4DAD-9AD3-A6220D7543C4}" type="sibTrans" cxnId="{2462A83C-5479-4F97-AED1-9BA41E3280A7}">
      <dgm:prSet/>
      <dgm:spPr/>
      <dgm:t>
        <a:bodyPr/>
        <a:lstStyle/>
        <a:p>
          <a:endParaRPr lang="en-US"/>
        </a:p>
      </dgm:t>
    </dgm:pt>
    <dgm:pt modelId="{9194FDFF-1FBC-4E97-A88E-94C188B42A20}">
      <dgm:prSet/>
      <dgm:spPr/>
      <dgm:t>
        <a:bodyPr/>
        <a:lstStyle/>
        <a:p>
          <a:r>
            <a:rPr lang="en-GB" b="1"/>
            <a:t>Overall Quality Score</a:t>
          </a:r>
          <a:endParaRPr lang="en-US"/>
        </a:p>
      </dgm:t>
    </dgm:pt>
    <dgm:pt modelId="{B2C5EA59-8FA0-4B19-B95A-2BF94E1B9328}" type="parTrans" cxnId="{03EEA5F9-DEB5-47D0-8CB0-61FC36C25E15}">
      <dgm:prSet/>
      <dgm:spPr/>
      <dgm:t>
        <a:bodyPr/>
        <a:lstStyle/>
        <a:p>
          <a:endParaRPr lang="en-US"/>
        </a:p>
      </dgm:t>
    </dgm:pt>
    <dgm:pt modelId="{C7B5F979-F2B0-4FBB-A89A-2D2A30349B06}" type="sibTrans" cxnId="{03EEA5F9-DEB5-47D0-8CB0-61FC36C25E15}">
      <dgm:prSet/>
      <dgm:spPr/>
      <dgm:t>
        <a:bodyPr/>
        <a:lstStyle/>
        <a:p>
          <a:endParaRPr lang="en-US"/>
        </a:p>
      </dgm:t>
    </dgm:pt>
    <dgm:pt modelId="{9437646D-CE67-460D-A646-6AEF9F599317}">
      <dgm:prSet/>
      <dgm:spPr/>
      <dgm:t>
        <a:bodyPr/>
        <a:lstStyle/>
        <a:p>
          <a:r>
            <a:rPr lang="en-GB"/>
            <a:t>quality_score: A custom score combining profitability, low debt, strong growth, and good valuation</a:t>
          </a:r>
          <a:endParaRPr lang="en-US"/>
        </a:p>
      </dgm:t>
    </dgm:pt>
    <dgm:pt modelId="{73781F32-E0D6-4E01-97C0-B8346D5D81A6}" type="parTrans" cxnId="{C251FA06-0C2B-4871-896E-6BF6394E013A}">
      <dgm:prSet/>
      <dgm:spPr/>
      <dgm:t>
        <a:bodyPr/>
        <a:lstStyle/>
        <a:p>
          <a:endParaRPr lang="en-US"/>
        </a:p>
      </dgm:t>
    </dgm:pt>
    <dgm:pt modelId="{272E663E-5237-4D4E-B9C0-AFCF775006C2}" type="sibTrans" cxnId="{C251FA06-0C2B-4871-896E-6BF6394E013A}">
      <dgm:prSet/>
      <dgm:spPr/>
      <dgm:t>
        <a:bodyPr/>
        <a:lstStyle/>
        <a:p>
          <a:endParaRPr lang="en-US"/>
        </a:p>
      </dgm:t>
    </dgm:pt>
    <dgm:pt modelId="{7B9BFD50-BD31-44C6-BB99-DC0FD241EDDC}" type="pres">
      <dgm:prSet presAssocID="{1073EAB5-E439-46CD-99C5-33C6304175E3}" presName="vert0" presStyleCnt="0">
        <dgm:presLayoutVars>
          <dgm:dir/>
          <dgm:animOne val="branch"/>
          <dgm:animLvl val="lvl"/>
        </dgm:presLayoutVars>
      </dgm:prSet>
      <dgm:spPr/>
    </dgm:pt>
    <dgm:pt modelId="{2998AB14-9F20-41E7-A096-527990A0B214}" type="pres">
      <dgm:prSet presAssocID="{F609657D-3F87-4453-8655-776F7F04A113}" presName="thickLine" presStyleLbl="alignNode1" presStyleIdx="0" presStyleCnt="15"/>
      <dgm:spPr/>
    </dgm:pt>
    <dgm:pt modelId="{C782F63D-AD63-49F4-891E-E381B7CABF98}" type="pres">
      <dgm:prSet presAssocID="{F609657D-3F87-4453-8655-776F7F04A113}" presName="horz1" presStyleCnt="0"/>
      <dgm:spPr/>
    </dgm:pt>
    <dgm:pt modelId="{4495E800-146D-4172-BACB-F9ACB5C72EF2}" type="pres">
      <dgm:prSet presAssocID="{F609657D-3F87-4453-8655-776F7F04A113}" presName="tx1" presStyleLbl="revTx" presStyleIdx="0" presStyleCnt="15"/>
      <dgm:spPr/>
    </dgm:pt>
    <dgm:pt modelId="{92691146-F553-43DF-AB5F-3E119AE19D0E}" type="pres">
      <dgm:prSet presAssocID="{F609657D-3F87-4453-8655-776F7F04A113}" presName="vert1" presStyleCnt="0"/>
      <dgm:spPr/>
    </dgm:pt>
    <dgm:pt modelId="{F25AD971-8B90-40D7-861F-3842198F007B}" type="pres">
      <dgm:prSet presAssocID="{D0C8198D-3503-4D8E-BDCE-923F01A42B13}" presName="thickLine" presStyleLbl="alignNode1" presStyleIdx="1" presStyleCnt="15"/>
      <dgm:spPr/>
    </dgm:pt>
    <dgm:pt modelId="{654F4381-5567-4AF6-A1ED-EB54C255C145}" type="pres">
      <dgm:prSet presAssocID="{D0C8198D-3503-4D8E-BDCE-923F01A42B13}" presName="horz1" presStyleCnt="0"/>
      <dgm:spPr/>
    </dgm:pt>
    <dgm:pt modelId="{8E0AA8C7-9C41-46BD-8D54-9BE614FA5D48}" type="pres">
      <dgm:prSet presAssocID="{D0C8198D-3503-4D8E-BDCE-923F01A42B13}" presName="tx1" presStyleLbl="revTx" presStyleIdx="1" presStyleCnt="15"/>
      <dgm:spPr/>
    </dgm:pt>
    <dgm:pt modelId="{E59785A9-E7EA-4936-AE01-AA1F7889DD46}" type="pres">
      <dgm:prSet presAssocID="{D0C8198D-3503-4D8E-BDCE-923F01A42B13}" presName="vert1" presStyleCnt="0"/>
      <dgm:spPr/>
    </dgm:pt>
    <dgm:pt modelId="{A3DBFC90-DB65-414F-B342-3D697C85846C}" type="pres">
      <dgm:prSet presAssocID="{908EC79B-AA2C-42A8-A636-0485FE09420E}" presName="thickLine" presStyleLbl="alignNode1" presStyleIdx="2" presStyleCnt="15"/>
      <dgm:spPr/>
    </dgm:pt>
    <dgm:pt modelId="{708A69BE-FF6A-45BC-B84D-5E657E766B6F}" type="pres">
      <dgm:prSet presAssocID="{908EC79B-AA2C-42A8-A636-0485FE09420E}" presName="horz1" presStyleCnt="0"/>
      <dgm:spPr/>
    </dgm:pt>
    <dgm:pt modelId="{367648FF-AA61-44BE-B424-80F79B693FEF}" type="pres">
      <dgm:prSet presAssocID="{908EC79B-AA2C-42A8-A636-0485FE09420E}" presName="tx1" presStyleLbl="revTx" presStyleIdx="2" presStyleCnt="15"/>
      <dgm:spPr/>
    </dgm:pt>
    <dgm:pt modelId="{A8AD9A92-D023-4A17-9090-E349B48702C3}" type="pres">
      <dgm:prSet presAssocID="{908EC79B-AA2C-42A8-A636-0485FE09420E}" presName="vert1" presStyleCnt="0"/>
      <dgm:spPr/>
    </dgm:pt>
    <dgm:pt modelId="{FCB864FC-F0B1-4F67-B65A-16561EEE0C53}" type="pres">
      <dgm:prSet presAssocID="{DFA97D85-8640-499E-B678-6246FCB5EC89}" presName="thickLine" presStyleLbl="alignNode1" presStyleIdx="3" presStyleCnt="15"/>
      <dgm:spPr/>
    </dgm:pt>
    <dgm:pt modelId="{D3A94B61-7B07-4116-9BD0-534467F0B224}" type="pres">
      <dgm:prSet presAssocID="{DFA97D85-8640-499E-B678-6246FCB5EC89}" presName="horz1" presStyleCnt="0"/>
      <dgm:spPr/>
    </dgm:pt>
    <dgm:pt modelId="{FDCA41CE-F3C6-43B4-9454-5A1039A82C21}" type="pres">
      <dgm:prSet presAssocID="{DFA97D85-8640-499E-B678-6246FCB5EC89}" presName="tx1" presStyleLbl="revTx" presStyleIdx="3" presStyleCnt="15"/>
      <dgm:spPr/>
    </dgm:pt>
    <dgm:pt modelId="{A8C36186-2790-42A8-BC63-DAA42A06E5B8}" type="pres">
      <dgm:prSet presAssocID="{DFA97D85-8640-499E-B678-6246FCB5EC89}" presName="vert1" presStyleCnt="0"/>
      <dgm:spPr/>
    </dgm:pt>
    <dgm:pt modelId="{3121A36E-ECFD-471A-A780-2BAA33A3BBFA}" type="pres">
      <dgm:prSet presAssocID="{A43CE80E-61C3-471B-8021-CD5294103F98}" presName="thickLine" presStyleLbl="alignNode1" presStyleIdx="4" presStyleCnt="15"/>
      <dgm:spPr/>
    </dgm:pt>
    <dgm:pt modelId="{4B676C51-0B5C-412B-8E01-92053DE9AA3F}" type="pres">
      <dgm:prSet presAssocID="{A43CE80E-61C3-471B-8021-CD5294103F98}" presName="horz1" presStyleCnt="0"/>
      <dgm:spPr/>
    </dgm:pt>
    <dgm:pt modelId="{CF21C40A-E8EA-4B57-BB0F-BCB9441A66C8}" type="pres">
      <dgm:prSet presAssocID="{A43CE80E-61C3-471B-8021-CD5294103F98}" presName="tx1" presStyleLbl="revTx" presStyleIdx="4" presStyleCnt="15"/>
      <dgm:spPr/>
    </dgm:pt>
    <dgm:pt modelId="{55D5E6C5-2239-4123-8790-6E9ABB5605BF}" type="pres">
      <dgm:prSet presAssocID="{A43CE80E-61C3-471B-8021-CD5294103F98}" presName="vert1" presStyleCnt="0"/>
      <dgm:spPr/>
    </dgm:pt>
    <dgm:pt modelId="{7602761C-31BC-4E36-8F1E-C0CBBD475E0D}" type="pres">
      <dgm:prSet presAssocID="{F233D728-ED30-4B5A-8E45-1F03BFEBF492}" presName="thickLine" presStyleLbl="alignNode1" presStyleIdx="5" presStyleCnt="15"/>
      <dgm:spPr/>
    </dgm:pt>
    <dgm:pt modelId="{8A490ACB-8E8F-48CD-BDD1-E4B2BAA52676}" type="pres">
      <dgm:prSet presAssocID="{F233D728-ED30-4B5A-8E45-1F03BFEBF492}" presName="horz1" presStyleCnt="0"/>
      <dgm:spPr/>
    </dgm:pt>
    <dgm:pt modelId="{5458E80D-F947-44FF-A491-C27B4B97D9A7}" type="pres">
      <dgm:prSet presAssocID="{F233D728-ED30-4B5A-8E45-1F03BFEBF492}" presName="tx1" presStyleLbl="revTx" presStyleIdx="5" presStyleCnt="15"/>
      <dgm:spPr/>
    </dgm:pt>
    <dgm:pt modelId="{AE27020B-2376-42D5-ACA2-900F0038CB27}" type="pres">
      <dgm:prSet presAssocID="{F233D728-ED30-4B5A-8E45-1F03BFEBF492}" presName="vert1" presStyleCnt="0"/>
      <dgm:spPr/>
    </dgm:pt>
    <dgm:pt modelId="{2E5DB081-40D4-43BF-A2C8-BF00D2B1FA9D}" type="pres">
      <dgm:prSet presAssocID="{2826165F-E554-4B82-86B9-EC402A3F3CA7}" presName="thickLine" presStyleLbl="alignNode1" presStyleIdx="6" presStyleCnt="15"/>
      <dgm:spPr/>
    </dgm:pt>
    <dgm:pt modelId="{287EFD59-D394-46D3-8C47-B1B4E680898F}" type="pres">
      <dgm:prSet presAssocID="{2826165F-E554-4B82-86B9-EC402A3F3CA7}" presName="horz1" presStyleCnt="0"/>
      <dgm:spPr/>
    </dgm:pt>
    <dgm:pt modelId="{B06EB8BD-AEB7-47C9-B63D-C71728882E82}" type="pres">
      <dgm:prSet presAssocID="{2826165F-E554-4B82-86B9-EC402A3F3CA7}" presName="tx1" presStyleLbl="revTx" presStyleIdx="6" presStyleCnt="15"/>
      <dgm:spPr/>
    </dgm:pt>
    <dgm:pt modelId="{3AC74FA7-B122-443C-A725-1587D1FB8572}" type="pres">
      <dgm:prSet presAssocID="{2826165F-E554-4B82-86B9-EC402A3F3CA7}" presName="vert1" presStyleCnt="0"/>
      <dgm:spPr/>
    </dgm:pt>
    <dgm:pt modelId="{6606BAF0-B36C-44E5-9903-A968B6349422}" type="pres">
      <dgm:prSet presAssocID="{0824A2EA-B4D9-4504-99A3-A2FE173528F7}" presName="thickLine" presStyleLbl="alignNode1" presStyleIdx="7" presStyleCnt="15"/>
      <dgm:spPr/>
    </dgm:pt>
    <dgm:pt modelId="{3FC5517C-9463-4559-A0FA-9F5A9C1FA625}" type="pres">
      <dgm:prSet presAssocID="{0824A2EA-B4D9-4504-99A3-A2FE173528F7}" presName="horz1" presStyleCnt="0"/>
      <dgm:spPr/>
    </dgm:pt>
    <dgm:pt modelId="{82AF6231-A648-43B2-A098-8D9D8455BCB0}" type="pres">
      <dgm:prSet presAssocID="{0824A2EA-B4D9-4504-99A3-A2FE173528F7}" presName="tx1" presStyleLbl="revTx" presStyleIdx="7" presStyleCnt="15"/>
      <dgm:spPr/>
    </dgm:pt>
    <dgm:pt modelId="{F2A0D65F-39EE-46B2-98FD-24B971593D5E}" type="pres">
      <dgm:prSet presAssocID="{0824A2EA-B4D9-4504-99A3-A2FE173528F7}" presName="vert1" presStyleCnt="0"/>
      <dgm:spPr/>
    </dgm:pt>
    <dgm:pt modelId="{75B68B43-5BAD-4DCB-8526-224ED32B1F62}" type="pres">
      <dgm:prSet presAssocID="{F2A5C59A-0A96-47A3-965F-957F18DC27A2}" presName="thickLine" presStyleLbl="alignNode1" presStyleIdx="8" presStyleCnt="15"/>
      <dgm:spPr/>
    </dgm:pt>
    <dgm:pt modelId="{B9E940B3-A769-4FAB-B80D-687BA9E62108}" type="pres">
      <dgm:prSet presAssocID="{F2A5C59A-0A96-47A3-965F-957F18DC27A2}" presName="horz1" presStyleCnt="0"/>
      <dgm:spPr/>
    </dgm:pt>
    <dgm:pt modelId="{5AC78EB1-FFA5-4846-A3E3-2B21E7BE252C}" type="pres">
      <dgm:prSet presAssocID="{F2A5C59A-0A96-47A3-965F-957F18DC27A2}" presName="tx1" presStyleLbl="revTx" presStyleIdx="8" presStyleCnt="15"/>
      <dgm:spPr/>
    </dgm:pt>
    <dgm:pt modelId="{5977394E-AA46-4331-AAC3-1D87D29CD41F}" type="pres">
      <dgm:prSet presAssocID="{F2A5C59A-0A96-47A3-965F-957F18DC27A2}" presName="vert1" presStyleCnt="0"/>
      <dgm:spPr/>
    </dgm:pt>
    <dgm:pt modelId="{70CBEECD-8D93-452E-ADB8-7B1A5A9CB6DC}" type="pres">
      <dgm:prSet presAssocID="{CE3D5891-C427-467F-B2D3-F7F758F1EEB9}" presName="thickLine" presStyleLbl="alignNode1" presStyleIdx="9" presStyleCnt="15"/>
      <dgm:spPr/>
    </dgm:pt>
    <dgm:pt modelId="{E9CB5DFE-7890-45CD-86E7-34CDA7B94104}" type="pres">
      <dgm:prSet presAssocID="{CE3D5891-C427-467F-B2D3-F7F758F1EEB9}" presName="horz1" presStyleCnt="0"/>
      <dgm:spPr/>
    </dgm:pt>
    <dgm:pt modelId="{E487BC9D-83B1-439B-A4E3-10ECBAB0C62B}" type="pres">
      <dgm:prSet presAssocID="{CE3D5891-C427-467F-B2D3-F7F758F1EEB9}" presName="tx1" presStyleLbl="revTx" presStyleIdx="9" presStyleCnt="15"/>
      <dgm:spPr/>
    </dgm:pt>
    <dgm:pt modelId="{3681FE59-C7EC-42EA-8786-2B6A6AA53825}" type="pres">
      <dgm:prSet presAssocID="{CE3D5891-C427-467F-B2D3-F7F758F1EEB9}" presName="vert1" presStyleCnt="0"/>
      <dgm:spPr/>
    </dgm:pt>
    <dgm:pt modelId="{37917454-B507-48D2-9981-4B9E1C767231}" type="pres">
      <dgm:prSet presAssocID="{1BEC5986-327E-40FE-9A88-22DCBB69C756}" presName="thickLine" presStyleLbl="alignNode1" presStyleIdx="10" presStyleCnt="15"/>
      <dgm:spPr/>
    </dgm:pt>
    <dgm:pt modelId="{26E4A2D1-5066-40F4-92F8-C174ED110614}" type="pres">
      <dgm:prSet presAssocID="{1BEC5986-327E-40FE-9A88-22DCBB69C756}" presName="horz1" presStyleCnt="0"/>
      <dgm:spPr/>
    </dgm:pt>
    <dgm:pt modelId="{25BACE27-609E-4900-A6B3-01406F8CF816}" type="pres">
      <dgm:prSet presAssocID="{1BEC5986-327E-40FE-9A88-22DCBB69C756}" presName="tx1" presStyleLbl="revTx" presStyleIdx="10" presStyleCnt="15"/>
      <dgm:spPr/>
    </dgm:pt>
    <dgm:pt modelId="{D56E2001-C0F0-413E-AD3F-00D09D9F9DD5}" type="pres">
      <dgm:prSet presAssocID="{1BEC5986-327E-40FE-9A88-22DCBB69C756}" presName="vert1" presStyleCnt="0"/>
      <dgm:spPr/>
    </dgm:pt>
    <dgm:pt modelId="{D1209ABB-1E5A-4D1C-8580-563D06B969ED}" type="pres">
      <dgm:prSet presAssocID="{BECABF70-2501-483F-9C3F-0F75C7F10BB4}" presName="thickLine" presStyleLbl="alignNode1" presStyleIdx="11" presStyleCnt="15"/>
      <dgm:spPr/>
    </dgm:pt>
    <dgm:pt modelId="{274D14DF-701F-48D2-96E9-1B4E8BA36E75}" type="pres">
      <dgm:prSet presAssocID="{BECABF70-2501-483F-9C3F-0F75C7F10BB4}" presName="horz1" presStyleCnt="0"/>
      <dgm:spPr/>
    </dgm:pt>
    <dgm:pt modelId="{54905965-908F-44DB-8015-09A7AB1E6FB7}" type="pres">
      <dgm:prSet presAssocID="{BECABF70-2501-483F-9C3F-0F75C7F10BB4}" presName="tx1" presStyleLbl="revTx" presStyleIdx="11" presStyleCnt="15"/>
      <dgm:spPr/>
    </dgm:pt>
    <dgm:pt modelId="{05F5AABB-3306-4B71-B969-C104A243DF13}" type="pres">
      <dgm:prSet presAssocID="{BECABF70-2501-483F-9C3F-0F75C7F10BB4}" presName="vert1" presStyleCnt="0"/>
      <dgm:spPr/>
    </dgm:pt>
    <dgm:pt modelId="{6DCDC364-6CFD-45B4-AF78-9F3D357AEE56}" type="pres">
      <dgm:prSet presAssocID="{7D369909-CF00-4F97-9F0B-9677C669DA92}" presName="thickLine" presStyleLbl="alignNode1" presStyleIdx="12" presStyleCnt="15"/>
      <dgm:spPr/>
    </dgm:pt>
    <dgm:pt modelId="{2A99E6C8-8DA0-4D07-86B7-A7E8964E1B88}" type="pres">
      <dgm:prSet presAssocID="{7D369909-CF00-4F97-9F0B-9677C669DA92}" presName="horz1" presStyleCnt="0"/>
      <dgm:spPr/>
    </dgm:pt>
    <dgm:pt modelId="{7FE23A9F-9022-46EA-9B5D-B23CBF93F710}" type="pres">
      <dgm:prSet presAssocID="{7D369909-CF00-4F97-9F0B-9677C669DA92}" presName="tx1" presStyleLbl="revTx" presStyleIdx="12" presStyleCnt="15"/>
      <dgm:spPr/>
    </dgm:pt>
    <dgm:pt modelId="{84A5EE03-1BEF-4334-AA84-9FAEF98A1615}" type="pres">
      <dgm:prSet presAssocID="{7D369909-CF00-4F97-9F0B-9677C669DA92}" presName="vert1" presStyleCnt="0"/>
      <dgm:spPr/>
    </dgm:pt>
    <dgm:pt modelId="{ECB7CB45-A10D-433F-B816-A6D487A27AC3}" type="pres">
      <dgm:prSet presAssocID="{9194FDFF-1FBC-4E97-A88E-94C188B42A20}" presName="thickLine" presStyleLbl="alignNode1" presStyleIdx="13" presStyleCnt="15"/>
      <dgm:spPr/>
    </dgm:pt>
    <dgm:pt modelId="{DCD4E9D8-8428-49BB-9195-055D5BE19C76}" type="pres">
      <dgm:prSet presAssocID="{9194FDFF-1FBC-4E97-A88E-94C188B42A20}" presName="horz1" presStyleCnt="0"/>
      <dgm:spPr/>
    </dgm:pt>
    <dgm:pt modelId="{63620996-8118-4830-BD9F-6C38CA57C988}" type="pres">
      <dgm:prSet presAssocID="{9194FDFF-1FBC-4E97-A88E-94C188B42A20}" presName="tx1" presStyleLbl="revTx" presStyleIdx="13" presStyleCnt="15"/>
      <dgm:spPr/>
    </dgm:pt>
    <dgm:pt modelId="{59743670-44B6-4A6F-9926-27032AFE4C8C}" type="pres">
      <dgm:prSet presAssocID="{9194FDFF-1FBC-4E97-A88E-94C188B42A20}" presName="vert1" presStyleCnt="0"/>
      <dgm:spPr/>
    </dgm:pt>
    <dgm:pt modelId="{99C4D454-B50B-4E9A-8B41-70513876D62B}" type="pres">
      <dgm:prSet presAssocID="{9437646D-CE67-460D-A646-6AEF9F599317}" presName="thickLine" presStyleLbl="alignNode1" presStyleIdx="14" presStyleCnt="15"/>
      <dgm:spPr/>
    </dgm:pt>
    <dgm:pt modelId="{291B11A0-8EE8-4D09-8BBA-0AC0EF82DB19}" type="pres">
      <dgm:prSet presAssocID="{9437646D-CE67-460D-A646-6AEF9F599317}" presName="horz1" presStyleCnt="0"/>
      <dgm:spPr/>
    </dgm:pt>
    <dgm:pt modelId="{F0632B22-05BA-43EF-94E9-60608AE11186}" type="pres">
      <dgm:prSet presAssocID="{9437646D-CE67-460D-A646-6AEF9F599317}" presName="tx1" presStyleLbl="revTx" presStyleIdx="14" presStyleCnt="15"/>
      <dgm:spPr/>
    </dgm:pt>
    <dgm:pt modelId="{09570FD4-3889-4081-BB33-61691D110D85}" type="pres">
      <dgm:prSet presAssocID="{9437646D-CE67-460D-A646-6AEF9F599317}" presName="vert1" presStyleCnt="0"/>
      <dgm:spPr/>
    </dgm:pt>
  </dgm:ptLst>
  <dgm:cxnLst>
    <dgm:cxn modelId="{C251FA06-0C2B-4871-896E-6BF6394E013A}" srcId="{1073EAB5-E439-46CD-99C5-33C6304175E3}" destId="{9437646D-CE67-460D-A646-6AEF9F599317}" srcOrd="14" destOrd="0" parTransId="{73781F32-E0D6-4E01-97C0-B8346D5D81A6}" sibTransId="{272E663E-5237-4D4E-B9C0-AFCF775006C2}"/>
    <dgm:cxn modelId="{C668F010-30FB-4FBC-AA96-88F7B56ED7C8}" type="presOf" srcId="{DFA97D85-8640-499E-B678-6246FCB5EC89}" destId="{FDCA41CE-F3C6-43B4-9454-5A1039A82C21}" srcOrd="0" destOrd="0" presId="urn:microsoft.com/office/officeart/2008/layout/LinedList"/>
    <dgm:cxn modelId="{CAC41B16-D56B-4CE6-AA00-ECA936C7A857}" srcId="{1073EAB5-E439-46CD-99C5-33C6304175E3}" destId="{A43CE80E-61C3-471B-8021-CD5294103F98}" srcOrd="4" destOrd="0" parTransId="{82BA5C03-6693-47A3-8CA1-CBCC21196B53}" sibTransId="{819C0830-FC42-4C1E-9D64-E165173A1F31}"/>
    <dgm:cxn modelId="{F59F151B-87B3-461F-981A-9D775E110716}" type="presOf" srcId="{BECABF70-2501-483F-9C3F-0F75C7F10BB4}" destId="{54905965-908F-44DB-8015-09A7AB1E6FB7}" srcOrd="0" destOrd="0" presId="urn:microsoft.com/office/officeart/2008/layout/LinedList"/>
    <dgm:cxn modelId="{888C8B2D-5892-4F88-AA7D-43F7C48C5D84}" type="presOf" srcId="{2826165F-E554-4B82-86B9-EC402A3F3CA7}" destId="{B06EB8BD-AEB7-47C9-B63D-C71728882E82}" srcOrd="0" destOrd="0" presId="urn:microsoft.com/office/officeart/2008/layout/LinedList"/>
    <dgm:cxn modelId="{9E767533-D3F7-46B8-8438-0D83666A5C69}" type="presOf" srcId="{F2A5C59A-0A96-47A3-965F-957F18DC27A2}" destId="{5AC78EB1-FFA5-4846-A3E3-2B21E7BE252C}" srcOrd="0" destOrd="0" presId="urn:microsoft.com/office/officeart/2008/layout/LinedList"/>
    <dgm:cxn modelId="{2462A83C-5479-4F97-AED1-9BA41E3280A7}" srcId="{1073EAB5-E439-46CD-99C5-33C6304175E3}" destId="{7D369909-CF00-4F97-9F0B-9677C669DA92}" srcOrd="12" destOrd="0" parTransId="{7A3D2D51-11AF-4DBB-814E-5267D4978BE6}" sibTransId="{61CD66A4-320D-4DAD-9AD3-A6220D7543C4}"/>
    <dgm:cxn modelId="{65D6DE61-8B84-437B-89D7-07FD9D261364}" srcId="{1073EAB5-E439-46CD-99C5-33C6304175E3}" destId="{DFA97D85-8640-499E-B678-6246FCB5EC89}" srcOrd="3" destOrd="0" parTransId="{6181235D-DB6E-4B28-834E-75E9BF1DFEA9}" sibTransId="{29094C4A-8C8E-463E-BD25-DDA1BD102B13}"/>
    <dgm:cxn modelId="{4B98DF47-7A2E-4386-A03B-47914ED07DB3}" srcId="{1073EAB5-E439-46CD-99C5-33C6304175E3}" destId="{0824A2EA-B4D9-4504-99A3-A2FE173528F7}" srcOrd="7" destOrd="0" parTransId="{CDA47322-902C-4D8B-923D-57BCCAEE940A}" sibTransId="{1C774AED-87DF-458E-9967-FAFA77845653}"/>
    <dgm:cxn modelId="{A4605C70-9A1D-4B17-8781-9CDB9BC24F68}" srcId="{1073EAB5-E439-46CD-99C5-33C6304175E3}" destId="{D0C8198D-3503-4D8E-BDCE-923F01A42B13}" srcOrd="1" destOrd="0" parTransId="{4B7128A2-4981-4A2A-A7FB-D6CBA7764E2A}" sibTransId="{A637DCEE-A6C9-4B8A-982C-5BB6DEEAE5CE}"/>
    <dgm:cxn modelId="{86A71C76-7C99-4B06-9161-30997071EDE3}" type="presOf" srcId="{CE3D5891-C427-467F-B2D3-F7F758F1EEB9}" destId="{E487BC9D-83B1-439B-A4E3-10ECBAB0C62B}" srcOrd="0" destOrd="0" presId="urn:microsoft.com/office/officeart/2008/layout/LinedList"/>
    <dgm:cxn modelId="{D445B37E-472F-4E89-AE97-BAA5550E8978}" srcId="{1073EAB5-E439-46CD-99C5-33C6304175E3}" destId="{2826165F-E554-4B82-86B9-EC402A3F3CA7}" srcOrd="6" destOrd="0" parTransId="{2360CCA7-0FD0-4132-9B09-AF2B3A9FC9ED}" sibTransId="{728C932B-57F2-40B3-B2BC-E4B1C64B4CC9}"/>
    <dgm:cxn modelId="{A177C87E-168B-4071-ADEC-0EDE2734CA96}" srcId="{1073EAB5-E439-46CD-99C5-33C6304175E3}" destId="{F2A5C59A-0A96-47A3-965F-957F18DC27A2}" srcOrd="8" destOrd="0" parTransId="{6920E463-7400-44C1-B454-BC7891B0451D}" sibTransId="{8D9C0F3B-FCEE-47A0-9365-FE18E3F89975}"/>
    <dgm:cxn modelId="{83AC0E8A-315B-4BE4-9042-76AF8728FCD6}" type="presOf" srcId="{1BEC5986-327E-40FE-9A88-22DCBB69C756}" destId="{25BACE27-609E-4900-A6B3-01406F8CF816}" srcOrd="0" destOrd="0" presId="urn:microsoft.com/office/officeart/2008/layout/LinedList"/>
    <dgm:cxn modelId="{26ECDE8C-50DA-4091-A1BA-60893E70C002}" type="presOf" srcId="{0824A2EA-B4D9-4504-99A3-A2FE173528F7}" destId="{82AF6231-A648-43B2-A098-8D9D8455BCB0}" srcOrd="0" destOrd="0" presId="urn:microsoft.com/office/officeart/2008/layout/LinedList"/>
    <dgm:cxn modelId="{E7A6458F-C5BD-4A05-B554-2FBCCD004489}" type="presOf" srcId="{1073EAB5-E439-46CD-99C5-33C6304175E3}" destId="{7B9BFD50-BD31-44C6-BB99-DC0FD241EDDC}" srcOrd="0" destOrd="0" presId="urn:microsoft.com/office/officeart/2008/layout/LinedList"/>
    <dgm:cxn modelId="{D7BD6597-8857-435C-8CED-9822C0E1737B}" srcId="{1073EAB5-E439-46CD-99C5-33C6304175E3}" destId="{F609657D-3F87-4453-8655-776F7F04A113}" srcOrd="0" destOrd="0" parTransId="{0085EA01-40FC-4A16-A5F9-8C3E5F28DF6C}" sibTransId="{850833D5-B9AD-4202-921A-4A933AA2A2E8}"/>
    <dgm:cxn modelId="{470306A9-65F4-4324-8720-7636870484A6}" srcId="{1073EAB5-E439-46CD-99C5-33C6304175E3}" destId="{CE3D5891-C427-467F-B2D3-F7F758F1EEB9}" srcOrd="9" destOrd="0" parTransId="{6485C20E-80D8-4F1A-BDAE-32558E0803DB}" sibTransId="{DB3040EE-4877-4E89-A1BD-91CEF5A9DE8A}"/>
    <dgm:cxn modelId="{93F1A9AB-FCC8-4B3C-8FEA-7319DFD3A8E1}" type="presOf" srcId="{9194FDFF-1FBC-4E97-A88E-94C188B42A20}" destId="{63620996-8118-4830-BD9F-6C38CA57C988}" srcOrd="0" destOrd="0" presId="urn:microsoft.com/office/officeart/2008/layout/LinedList"/>
    <dgm:cxn modelId="{677BE2AE-ADB6-4FC2-A564-92144CC3837F}" type="presOf" srcId="{908EC79B-AA2C-42A8-A636-0485FE09420E}" destId="{367648FF-AA61-44BE-B424-80F79B693FEF}" srcOrd="0" destOrd="0" presId="urn:microsoft.com/office/officeart/2008/layout/LinedList"/>
    <dgm:cxn modelId="{3E2A40B4-6A6D-4E3B-A0E8-4E448CD3035F}" type="presOf" srcId="{7D369909-CF00-4F97-9F0B-9677C669DA92}" destId="{7FE23A9F-9022-46EA-9B5D-B23CBF93F710}" srcOrd="0" destOrd="0" presId="urn:microsoft.com/office/officeart/2008/layout/LinedList"/>
    <dgm:cxn modelId="{F56DBCB4-5CA8-4B52-A958-E263F4524F40}" type="presOf" srcId="{F233D728-ED30-4B5A-8E45-1F03BFEBF492}" destId="{5458E80D-F947-44FF-A491-C27B4B97D9A7}" srcOrd="0" destOrd="0" presId="urn:microsoft.com/office/officeart/2008/layout/LinedList"/>
    <dgm:cxn modelId="{AB366AB8-6110-4F91-B0EA-8EAA7F08F74F}" type="presOf" srcId="{D0C8198D-3503-4D8E-BDCE-923F01A42B13}" destId="{8E0AA8C7-9C41-46BD-8D54-9BE614FA5D48}" srcOrd="0" destOrd="0" presId="urn:microsoft.com/office/officeart/2008/layout/LinedList"/>
    <dgm:cxn modelId="{74E6EEB9-6F09-4EFE-BD38-019B40AB5997}" srcId="{1073EAB5-E439-46CD-99C5-33C6304175E3}" destId="{F233D728-ED30-4B5A-8E45-1F03BFEBF492}" srcOrd="5" destOrd="0" parTransId="{CB4CAA30-8C96-435E-AD02-7A409C5BB5FB}" sibTransId="{23AFF376-0EAA-466C-9700-FBE557F8BD32}"/>
    <dgm:cxn modelId="{3695CEC1-CB66-41E7-A1E6-29E181E9154A}" type="presOf" srcId="{F609657D-3F87-4453-8655-776F7F04A113}" destId="{4495E800-146D-4172-BACB-F9ACB5C72EF2}" srcOrd="0" destOrd="0" presId="urn:microsoft.com/office/officeart/2008/layout/LinedList"/>
    <dgm:cxn modelId="{DE5843C2-2053-480F-BFDD-0E0E2B60168F}" srcId="{1073EAB5-E439-46CD-99C5-33C6304175E3}" destId="{908EC79B-AA2C-42A8-A636-0485FE09420E}" srcOrd="2" destOrd="0" parTransId="{71EDA8B9-4C2E-4395-BEF5-DD23DA1FD3A7}" sibTransId="{F3E65206-C841-4896-AFEE-4330A6DDFE1C}"/>
    <dgm:cxn modelId="{54CB64CF-F509-479B-9E02-F8670D571349}" type="presOf" srcId="{A43CE80E-61C3-471B-8021-CD5294103F98}" destId="{CF21C40A-E8EA-4B57-BB0F-BCB9441A66C8}" srcOrd="0" destOrd="0" presId="urn:microsoft.com/office/officeart/2008/layout/LinedList"/>
    <dgm:cxn modelId="{2AF340D1-DAFB-4D8F-9820-5B947347F158}" type="presOf" srcId="{9437646D-CE67-460D-A646-6AEF9F599317}" destId="{F0632B22-05BA-43EF-94E9-60608AE11186}" srcOrd="0" destOrd="0" presId="urn:microsoft.com/office/officeart/2008/layout/LinedList"/>
    <dgm:cxn modelId="{D8693DF5-24EC-4685-965D-6EFE375C6539}" srcId="{1073EAB5-E439-46CD-99C5-33C6304175E3}" destId="{BECABF70-2501-483F-9C3F-0F75C7F10BB4}" srcOrd="11" destOrd="0" parTransId="{C43CCE29-E284-498E-B123-1F0530D20233}" sibTransId="{B682B8E8-DD55-4F5E-886E-32F2C49178EE}"/>
    <dgm:cxn modelId="{03EEA5F9-DEB5-47D0-8CB0-61FC36C25E15}" srcId="{1073EAB5-E439-46CD-99C5-33C6304175E3}" destId="{9194FDFF-1FBC-4E97-A88E-94C188B42A20}" srcOrd="13" destOrd="0" parTransId="{B2C5EA59-8FA0-4B19-B95A-2BF94E1B9328}" sibTransId="{C7B5F979-F2B0-4FBB-A89A-2D2A30349B06}"/>
    <dgm:cxn modelId="{E58EDAFA-0FD6-406A-B68B-4ADC41EF7293}" srcId="{1073EAB5-E439-46CD-99C5-33C6304175E3}" destId="{1BEC5986-327E-40FE-9A88-22DCBB69C756}" srcOrd="10" destOrd="0" parTransId="{40E2A275-8793-4A54-8C96-3D92373CB986}" sibTransId="{E6D45E3D-AF78-4439-9829-FD344B2DAF65}"/>
    <dgm:cxn modelId="{1891B594-2AD2-42A9-9DC9-E634E2AA8ABF}" type="presParOf" srcId="{7B9BFD50-BD31-44C6-BB99-DC0FD241EDDC}" destId="{2998AB14-9F20-41E7-A096-527990A0B214}" srcOrd="0" destOrd="0" presId="urn:microsoft.com/office/officeart/2008/layout/LinedList"/>
    <dgm:cxn modelId="{A9075807-4E2D-4406-8FDF-BDA70E5B5DE7}" type="presParOf" srcId="{7B9BFD50-BD31-44C6-BB99-DC0FD241EDDC}" destId="{C782F63D-AD63-49F4-891E-E381B7CABF98}" srcOrd="1" destOrd="0" presId="urn:microsoft.com/office/officeart/2008/layout/LinedList"/>
    <dgm:cxn modelId="{785CC334-BF50-4F52-8B2A-E7611FECCB77}" type="presParOf" srcId="{C782F63D-AD63-49F4-891E-E381B7CABF98}" destId="{4495E800-146D-4172-BACB-F9ACB5C72EF2}" srcOrd="0" destOrd="0" presId="urn:microsoft.com/office/officeart/2008/layout/LinedList"/>
    <dgm:cxn modelId="{EC6F561E-BA97-4C95-8D85-62E362C47262}" type="presParOf" srcId="{C782F63D-AD63-49F4-891E-E381B7CABF98}" destId="{92691146-F553-43DF-AB5F-3E119AE19D0E}" srcOrd="1" destOrd="0" presId="urn:microsoft.com/office/officeart/2008/layout/LinedList"/>
    <dgm:cxn modelId="{9832E691-93A1-4202-9E23-2083CE1EA598}" type="presParOf" srcId="{7B9BFD50-BD31-44C6-BB99-DC0FD241EDDC}" destId="{F25AD971-8B90-40D7-861F-3842198F007B}" srcOrd="2" destOrd="0" presId="urn:microsoft.com/office/officeart/2008/layout/LinedList"/>
    <dgm:cxn modelId="{5B53BC6C-9478-4777-A063-C951B261FEE3}" type="presParOf" srcId="{7B9BFD50-BD31-44C6-BB99-DC0FD241EDDC}" destId="{654F4381-5567-4AF6-A1ED-EB54C255C145}" srcOrd="3" destOrd="0" presId="urn:microsoft.com/office/officeart/2008/layout/LinedList"/>
    <dgm:cxn modelId="{EB93A4A2-2591-4479-8BE2-DA9A207DEDE9}" type="presParOf" srcId="{654F4381-5567-4AF6-A1ED-EB54C255C145}" destId="{8E0AA8C7-9C41-46BD-8D54-9BE614FA5D48}" srcOrd="0" destOrd="0" presId="urn:microsoft.com/office/officeart/2008/layout/LinedList"/>
    <dgm:cxn modelId="{1EEEBA84-7D7D-4126-8B65-61DA67BE492C}" type="presParOf" srcId="{654F4381-5567-4AF6-A1ED-EB54C255C145}" destId="{E59785A9-E7EA-4936-AE01-AA1F7889DD46}" srcOrd="1" destOrd="0" presId="urn:microsoft.com/office/officeart/2008/layout/LinedList"/>
    <dgm:cxn modelId="{DBCFF820-8DC5-499A-B39E-C4C1B9336965}" type="presParOf" srcId="{7B9BFD50-BD31-44C6-BB99-DC0FD241EDDC}" destId="{A3DBFC90-DB65-414F-B342-3D697C85846C}" srcOrd="4" destOrd="0" presId="urn:microsoft.com/office/officeart/2008/layout/LinedList"/>
    <dgm:cxn modelId="{962AC4FA-C6CA-4F19-BFC1-8F9432B3F8D3}" type="presParOf" srcId="{7B9BFD50-BD31-44C6-BB99-DC0FD241EDDC}" destId="{708A69BE-FF6A-45BC-B84D-5E657E766B6F}" srcOrd="5" destOrd="0" presId="urn:microsoft.com/office/officeart/2008/layout/LinedList"/>
    <dgm:cxn modelId="{EB2EA758-38B9-4A46-A241-B950BD2C2AE8}" type="presParOf" srcId="{708A69BE-FF6A-45BC-B84D-5E657E766B6F}" destId="{367648FF-AA61-44BE-B424-80F79B693FEF}" srcOrd="0" destOrd="0" presId="urn:microsoft.com/office/officeart/2008/layout/LinedList"/>
    <dgm:cxn modelId="{FBBA8797-C3BB-42AA-BF91-3837C60B12EB}" type="presParOf" srcId="{708A69BE-FF6A-45BC-B84D-5E657E766B6F}" destId="{A8AD9A92-D023-4A17-9090-E349B48702C3}" srcOrd="1" destOrd="0" presId="urn:microsoft.com/office/officeart/2008/layout/LinedList"/>
    <dgm:cxn modelId="{066D56B8-8B51-4085-B771-131834F26169}" type="presParOf" srcId="{7B9BFD50-BD31-44C6-BB99-DC0FD241EDDC}" destId="{FCB864FC-F0B1-4F67-B65A-16561EEE0C53}" srcOrd="6" destOrd="0" presId="urn:microsoft.com/office/officeart/2008/layout/LinedList"/>
    <dgm:cxn modelId="{90AF1054-A10A-4127-AE85-9C9C96411E60}" type="presParOf" srcId="{7B9BFD50-BD31-44C6-BB99-DC0FD241EDDC}" destId="{D3A94B61-7B07-4116-9BD0-534467F0B224}" srcOrd="7" destOrd="0" presId="urn:microsoft.com/office/officeart/2008/layout/LinedList"/>
    <dgm:cxn modelId="{4B0C85C8-5C4E-40CD-8634-A4DF2BB00812}" type="presParOf" srcId="{D3A94B61-7B07-4116-9BD0-534467F0B224}" destId="{FDCA41CE-F3C6-43B4-9454-5A1039A82C21}" srcOrd="0" destOrd="0" presId="urn:microsoft.com/office/officeart/2008/layout/LinedList"/>
    <dgm:cxn modelId="{8AF00BF8-E6E8-4395-B51D-94439FBC9624}" type="presParOf" srcId="{D3A94B61-7B07-4116-9BD0-534467F0B224}" destId="{A8C36186-2790-42A8-BC63-DAA42A06E5B8}" srcOrd="1" destOrd="0" presId="urn:microsoft.com/office/officeart/2008/layout/LinedList"/>
    <dgm:cxn modelId="{1AC46156-5D8B-4A9F-A0D2-4CFD37419388}" type="presParOf" srcId="{7B9BFD50-BD31-44C6-BB99-DC0FD241EDDC}" destId="{3121A36E-ECFD-471A-A780-2BAA33A3BBFA}" srcOrd="8" destOrd="0" presId="urn:microsoft.com/office/officeart/2008/layout/LinedList"/>
    <dgm:cxn modelId="{B54FC620-3A80-479C-8919-561922D10B31}" type="presParOf" srcId="{7B9BFD50-BD31-44C6-BB99-DC0FD241EDDC}" destId="{4B676C51-0B5C-412B-8E01-92053DE9AA3F}" srcOrd="9" destOrd="0" presId="urn:microsoft.com/office/officeart/2008/layout/LinedList"/>
    <dgm:cxn modelId="{BC46C65E-AD02-4681-B324-63692ADED4C0}" type="presParOf" srcId="{4B676C51-0B5C-412B-8E01-92053DE9AA3F}" destId="{CF21C40A-E8EA-4B57-BB0F-BCB9441A66C8}" srcOrd="0" destOrd="0" presId="urn:microsoft.com/office/officeart/2008/layout/LinedList"/>
    <dgm:cxn modelId="{E4A5442C-FF1C-4470-A3B8-F601DACE89FC}" type="presParOf" srcId="{4B676C51-0B5C-412B-8E01-92053DE9AA3F}" destId="{55D5E6C5-2239-4123-8790-6E9ABB5605BF}" srcOrd="1" destOrd="0" presId="urn:microsoft.com/office/officeart/2008/layout/LinedList"/>
    <dgm:cxn modelId="{FC0CDA2C-CF54-4DD0-91A9-189FF2CD7FD4}" type="presParOf" srcId="{7B9BFD50-BD31-44C6-BB99-DC0FD241EDDC}" destId="{7602761C-31BC-4E36-8F1E-C0CBBD475E0D}" srcOrd="10" destOrd="0" presId="urn:microsoft.com/office/officeart/2008/layout/LinedList"/>
    <dgm:cxn modelId="{C2FD3A70-FCA7-49B6-9FAF-798AC7BF3E24}" type="presParOf" srcId="{7B9BFD50-BD31-44C6-BB99-DC0FD241EDDC}" destId="{8A490ACB-8E8F-48CD-BDD1-E4B2BAA52676}" srcOrd="11" destOrd="0" presId="urn:microsoft.com/office/officeart/2008/layout/LinedList"/>
    <dgm:cxn modelId="{E9C7F492-976F-4179-8D77-106D44EC9EE0}" type="presParOf" srcId="{8A490ACB-8E8F-48CD-BDD1-E4B2BAA52676}" destId="{5458E80D-F947-44FF-A491-C27B4B97D9A7}" srcOrd="0" destOrd="0" presId="urn:microsoft.com/office/officeart/2008/layout/LinedList"/>
    <dgm:cxn modelId="{380C5EA9-B0C2-4616-828F-3771281688F7}" type="presParOf" srcId="{8A490ACB-8E8F-48CD-BDD1-E4B2BAA52676}" destId="{AE27020B-2376-42D5-ACA2-900F0038CB27}" srcOrd="1" destOrd="0" presId="urn:microsoft.com/office/officeart/2008/layout/LinedList"/>
    <dgm:cxn modelId="{9E63315F-2F3D-4107-B717-9270BD6336F6}" type="presParOf" srcId="{7B9BFD50-BD31-44C6-BB99-DC0FD241EDDC}" destId="{2E5DB081-40D4-43BF-A2C8-BF00D2B1FA9D}" srcOrd="12" destOrd="0" presId="urn:microsoft.com/office/officeart/2008/layout/LinedList"/>
    <dgm:cxn modelId="{7A3252F7-96BF-4315-B8C9-3DBFF6357444}" type="presParOf" srcId="{7B9BFD50-BD31-44C6-BB99-DC0FD241EDDC}" destId="{287EFD59-D394-46D3-8C47-B1B4E680898F}" srcOrd="13" destOrd="0" presId="urn:microsoft.com/office/officeart/2008/layout/LinedList"/>
    <dgm:cxn modelId="{4672D24D-63CE-43B2-87A1-E2087870AF30}" type="presParOf" srcId="{287EFD59-D394-46D3-8C47-B1B4E680898F}" destId="{B06EB8BD-AEB7-47C9-B63D-C71728882E82}" srcOrd="0" destOrd="0" presId="urn:microsoft.com/office/officeart/2008/layout/LinedList"/>
    <dgm:cxn modelId="{6F1F96B5-FD29-45BE-8F35-30C152E10E5B}" type="presParOf" srcId="{287EFD59-D394-46D3-8C47-B1B4E680898F}" destId="{3AC74FA7-B122-443C-A725-1587D1FB8572}" srcOrd="1" destOrd="0" presId="urn:microsoft.com/office/officeart/2008/layout/LinedList"/>
    <dgm:cxn modelId="{F85AB807-8753-40CA-A4E1-4797990BAA7C}" type="presParOf" srcId="{7B9BFD50-BD31-44C6-BB99-DC0FD241EDDC}" destId="{6606BAF0-B36C-44E5-9903-A968B6349422}" srcOrd="14" destOrd="0" presId="urn:microsoft.com/office/officeart/2008/layout/LinedList"/>
    <dgm:cxn modelId="{28B025B8-BD73-4CCC-B5AE-BE4686DABE4F}" type="presParOf" srcId="{7B9BFD50-BD31-44C6-BB99-DC0FD241EDDC}" destId="{3FC5517C-9463-4559-A0FA-9F5A9C1FA625}" srcOrd="15" destOrd="0" presId="urn:microsoft.com/office/officeart/2008/layout/LinedList"/>
    <dgm:cxn modelId="{2D71DC50-9C3A-4B43-A65C-56F21B445F24}" type="presParOf" srcId="{3FC5517C-9463-4559-A0FA-9F5A9C1FA625}" destId="{82AF6231-A648-43B2-A098-8D9D8455BCB0}" srcOrd="0" destOrd="0" presId="urn:microsoft.com/office/officeart/2008/layout/LinedList"/>
    <dgm:cxn modelId="{8FECF6AA-4268-4A3B-96DD-469A0BFAC8F8}" type="presParOf" srcId="{3FC5517C-9463-4559-A0FA-9F5A9C1FA625}" destId="{F2A0D65F-39EE-46B2-98FD-24B971593D5E}" srcOrd="1" destOrd="0" presId="urn:microsoft.com/office/officeart/2008/layout/LinedList"/>
    <dgm:cxn modelId="{04838AA9-122E-49A4-A005-654C86CDAF7D}" type="presParOf" srcId="{7B9BFD50-BD31-44C6-BB99-DC0FD241EDDC}" destId="{75B68B43-5BAD-4DCB-8526-224ED32B1F62}" srcOrd="16" destOrd="0" presId="urn:microsoft.com/office/officeart/2008/layout/LinedList"/>
    <dgm:cxn modelId="{D0DA96EB-426C-44FF-BF78-EFE184E288E1}" type="presParOf" srcId="{7B9BFD50-BD31-44C6-BB99-DC0FD241EDDC}" destId="{B9E940B3-A769-4FAB-B80D-687BA9E62108}" srcOrd="17" destOrd="0" presId="urn:microsoft.com/office/officeart/2008/layout/LinedList"/>
    <dgm:cxn modelId="{3961C9A8-CD71-4964-828B-86971E4421E8}" type="presParOf" srcId="{B9E940B3-A769-4FAB-B80D-687BA9E62108}" destId="{5AC78EB1-FFA5-4846-A3E3-2B21E7BE252C}" srcOrd="0" destOrd="0" presId="urn:microsoft.com/office/officeart/2008/layout/LinedList"/>
    <dgm:cxn modelId="{58EC138D-5DD6-4327-8AD8-99525A0ED95D}" type="presParOf" srcId="{B9E940B3-A769-4FAB-B80D-687BA9E62108}" destId="{5977394E-AA46-4331-AAC3-1D87D29CD41F}" srcOrd="1" destOrd="0" presId="urn:microsoft.com/office/officeart/2008/layout/LinedList"/>
    <dgm:cxn modelId="{ADDEEEE8-CF8F-4158-B22A-6E5BE415FDAA}" type="presParOf" srcId="{7B9BFD50-BD31-44C6-BB99-DC0FD241EDDC}" destId="{70CBEECD-8D93-452E-ADB8-7B1A5A9CB6DC}" srcOrd="18" destOrd="0" presId="urn:microsoft.com/office/officeart/2008/layout/LinedList"/>
    <dgm:cxn modelId="{24325AD2-89D8-4AA0-817D-1BDC3CCD129B}" type="presParOf" srcId="{7B9BFD50-BD31-44C6-BB99-DC0FD241EDDC}" destId="{E9CB5DFE-7890-45CD-86E7-34CDA7B94104}" srcOrd="19" destOrd="0" presId="urn:microsoft.com/office/officeart/2008/layout/LinedList"/>
    <dgm:cxn modelId="{E7BE5E66-E95C-4790-BC01-EDDD2EF454B2}" type="presParOf" srcId="{E9CB5DFE-7890-45CD-86E7-34CDA7B94104}" destId="{E487BC9D-83B1-439B-A4E3-10ECBAB0C62B}" srcOrd="0" destOrd="0" presId="urn:microsoft.com/office/officeart/2008/layout/LinedList"/>
    <dgm:cxn modelId="{F484EDCB-E35D-42E9-B5AD-DF914B100687}" type="presParOf" srcId="{E9CB5DFE-7890-45CD-86E7-34CDA7B94104}" destId="{3681FE59-C7EC-42EA-8786-2B6A6AA53825}" srcOrd="1" destOrd="0" presId="urn:microsoft.com/office/officeart/2008/layout/LinedList"/>
    <dgm:cxn modelId="{9D336E82-73AB-4920-A849-EF30C8E0D68D}" type="presParOf" srcId="{7B9BFD50-BD31-44C6-BB99-DC0FD241EDDC}" destId="{37917454-B507-48D2-9981-4B9E1C767231}" srcOrd="20" destOrd="0" presId="urn:microsoft.com/office/officeart/2008/layout/LinedList"/>
    <dgm:cxn modelId="{64BC1D22-7713-46BC-AA16-BCAF5184DE0B}" type="presParOf" srcId="{7B9BFD50-BD31-44C6-BB99-DC0FD241EDDC}" destId="{26E4A2D1-5066-40F4-92F8-C174ED110614}" srcOrd="21" destOrd="0" presId="urn:microsoft.com/office/officeart/2008/layout/LinedList"/>
    <dgm:cxn modelId="{EAB4FC9C-4395-4529-9924-83169071ACFA}" type="presParOf" srcId="{26E4A2D1-5066-40F4-92F8-C174ED110614}" destId="{25BACE27-609E-4900-A6B3-01406F8CF816}" srcOrd="0" destOrd="0" presId="urn:microsoft.com/office/officeart/2008/layout/LinedList"/>
    <dgm:cxn modelId="{4D4CEE05-B7F2-48BD-9B0B-3D94C2C7467E}" type="presParOf" srcId="{26E4A2D1-5066-40F4-92F8-C174ED110614}" destId="{D56E2001-C0F0-413E-AD3F-00D09D9F9DD5}" srcOrd="1" destOrd="0" presId="urn:microsoft.com/office/officeart/2008/layout/LinedList"/>
    <dgm:cxn modelId="{F411FA9E-EE64-4707-98C9-975D574F7721}" type="presParOf" srcId="{7B9BFD50-BD31-44C6-BB99-DC0FD241EDDC}" destId="{D1209ABB-1E5A-4D1C-8580-563D06B969ED}" srcOrd="22" destOrd="0" presId="urn:microsoft.com/office/officeart/2008/layout/LinedList"/>
    <dgm:cxn modelId="{89EDD0D2-6611-443F-BD29-C75BABC45777}" type="presParOf" srcId="{7B9BFD50-BD31-44C6-BB99-DC0FD241EDDC}" destId="{274D14DF-701F-48D2-96E9-1B4E8BA36E75}" srcOrd="23" destOrd="0" presId="urn:microsoft.com/office/officeart/2008/layout/LinedList"/>
    <dgm:cxn modelId="{2FFE0055-3E67-4636-9E6F-7655E96477DA}" type="presParOf" srcId="{274D14DF-701F-48D2-96E9-1B4E8BA36E75}" destId="{54905965-908F-44DB-8015-09A7AB1E6FB7}" srcOrd="0" destOrd="0" presId="urn:microsoft.com/office/officeart/2008/layout/LinedList"/>
    <dgm:cxn modelId="{6068725A-24E1-4EBD-A851-F0E2E4E2FBC3}" type="presParOf" srcId="{274D14DF-701F-48D2-96E9-1B4E8BA36E75}" destId="{05F5AABB-3306-4B71-B969-C104A243DF13}" srcOrd="1" destOrd="0" presId="urn:microsoft.com/office/officeart/2008/layout/LinedList"/>
    <dgm:cxn modelId="{46AE7A11-5CA7-4A0A-99AB-22A798665A9D}" type="presParOf" srcId="{7B9BFD50-BD31-44C6-BB99-DC0FD241EDDC}" destId="{6DCDC364-6CFD-45B4-AF78-9F3D357AEE56}" srcOrd="24" destOrd="0" presId="urn:microsoft.com/office/officeart/2008/layout/LinedList"/>
    <dgm:cxn modelId="{AF3E133D-F54C-4B8B-AA6B-DD790857313A}" type="presParOf" srcId="{7B9BFD50-BD31-44C6-BB99-DC0FD241EDDC}" destId="{2A99E6C8-8DA0-4D07-86B7-A7E8964E1B88}" srcOrd="25" destOrd="0" presId="urn:microsoft.com/office/officeart/2008/layout/LinedList"/>
    <dgm:cxn modelId="{D2F5EF8F-7B2B-4AAE-B31B-9B1C26EEE4D4}" type="presParOf" srcId="{2A99E6C8-8DA0-4D07-86B7-A7E8964E1B88}" destId="{7FE23A9F-9022-46EA-9B5D-B23CBF93F710}" srcOrd="0" destOrd="0" presId="urn:microsoft.com/office/officeart/2008/layout/LinedList"/>
    <dgm:cxn modelId="{875C775D-5B5A-4D86-9C75-2E0466384880}" type="presParOf" srcId="{2A99E6C8-8DA0-4D07-86B7-A7E8964E1B88}" destId="{84A5EE03-1BEF-4334-AA84-9FAEF98A1615}" srcOrd="1" destOrd="0" presId="urn:microsoft.com/office/officeart/2008/layout/LinedList"/>
    <dgm:cxn modelId="{7415C3E2-F691-419E-8290-7EADBA490324}" type="presParOf" srcId="{7B9BFD50-BD31-44C6-BB99-DC0FD241EDDC}" destId="{ECB7CB45-A10D-433F-B816-A6D487A27AC3}" srcOrd="26" destOrd="0" presId="urn:microsoft.com/office/officeart/2008/layout/LinedList"/>
    <dgm:cxn modelId="{8DAF86DB-ADCF-4282-9834-F7F37EE4E3F5}" type="presParOf" srcId="{7B9BFD50-BD31-44C6-BB99-DC0FD241EDDC}" destId="{DCD4E9D8-8428-49BB-9195-055D5BE19C76}" srcOrd="27" destOrd="0" presId="urn:microsoft.com/office/officeart/2008/layout/LinedList"/>
    <dgm:cxn modelId="{112FB02B-A20B-4502-9BD6-7322F0426444}" type="presParOf" srcId="{DCD4E9D8-8428-49BB-9195-055D5BE19C76}" destId="{63620996-8118-4830-BD9F-6C38CA57C988}" srcOrd="0" destOrd="0" presId="urn:microsoft.com/office/officeart/2008/layout/LinedList"/>
    <dgm:cxn modelId="{D4C32DEF-9EE3-499C-BA0E-8007A1474DBC}" type="presParOf" srcId="{DCD4E9D8-8428-49BB-9195-055D5BE19C76}" destId="{59743670-44B6-4A6F-9926-27032AFE4C8C}" srcOrd="1" destOrd="0" presId="urn:microsoft.com/office/officeart/2008/layout/LinedList"/>
    <dgm:cxn modelId="{52FA357A-1645-4B27-AB1E-601842387C86}" type="presParOf" srcId="{7B9BFD50-BD31-44C6-BB99-DC0FD241EDDC}" destId="{99C4D454-B50B-4E9A-8B41-70513876D62B}" srcOrd="28" destOrd="0" presId="urn:microsoft.com/office/officeart/2008/layout/LinedList"/>
    <dgm:cxn modelId="{3063945A-C4BD-4752-BA0A-45D696D3BC6B}" type="presParOf" srcId="{7B9BFD50-BD31-44C6-BB99-DC0FD241EDDC}" destId="{291B11A0-8EE8-4D09-8BBA-0AC0EF82DB19}" srcOrd="29" destOrd="0" presId="urn:microsoft.com/office/officeart/2008/layout/LinedList"/>
    <dgm:cxn modelId="{4C602725-CCF0-43DF-9814-ED1E8600FE5D}" type="presParOf" srcId="{291B11A0-8EE8-4D09-8BBA-0AC0EF82DB19}" destId="{F0632B22-05BA-43EF-94E9-60608AE11186}" srcOrd="0" destOrd="0" presId="urn:microsoft.com/office/officeart/2008/layout/LinedList"/>
    <dgm:cxn modelId="{354CB776-CDED-40EA-800A-038CB2CCF449}" type="presParOf" srcId="{291B11A0-8EE8-4D09-8BBA-0AC0EF82DB19}" destId="{09570FD4-3889-4081-BB33-61691D110D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63ADE-5217-4019-8718-6116DE533C03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0F3F10-A387-4720-AD04-80E518B3C0E0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Goal: Understand the data deeply and create powerful features for Machine </a:t>
          </a:r>
          <a:r>
            <a:rPr lang="en-DE" sz="1400" b="0" i="0" kern="1200" baseline="0"/>
            <a:t>  </a:t>
          </a:r>
          <a:r>
            <a:rPr lang="en-US" sz="1400" b="0" i="0" kern="1200" baseline="0"/>
            <a:t>Learning </a:t>
          </a:r>
          <a:endParaRPr lang="en-US" sz="1400" kern="1200"/>
        </a:p>
      </dsp:txBody>
      <dsp:txXfrm>
        <a:off x="78583" y="1911041"/>
        <a:ext cx="2399612" cy="720000"/>
      </dsp:txXfrm>
    </dsp:sp>
    <dsp:sp modelId="{504F96BB-2C69-4539-A15A-CA79FC606F7F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9D85F-4D2B-41B5-8DFF-50A549B1D0AB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b="0" i="0" kern="1200" baseline="0" dirty="0"/>
            <a:t>I</a:t>
          </a:r>
          <a:r>
            <a:rPr lang="en-US" sz="1400" b="0" i="0" kern="1200" baseline="0" dirty="0"/>
            <a:t> analyzed 180 stocks with 21 high-growth stocks (3x+ return in 5 years) </a:t>
          </a:r>
          <a:endParaRPr lang="en-US" sz="1400" kern="1200" dirty="0"/>
        </a:p>
      </dsp:txBody>
      <dsp:txXfrm>
        <a:off x="2898129" y="1911041"/>
        <a:ext cx="2399612" cy="720000"/>
      </dsp:txXfrm>
    </dsp:sp>
    <dsp:sp modelId="{6E34FAA3-153D-48C4-9978-8CEBEBB0BD7E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79B26-7359-4D6A-AF44-47741D74C7DE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Turned raw data into meaningful insights and new features </a:t>
          </a:r>
          <a:endParaRPr lang="en-US" sz="1400" kern="1200"/>
        </a:p>
      </dsp:txBody>
      <dsp:txXfrm>
        <a:off x="5717674" y="1911041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69734-BC01-447F-A238-4C29B4F34549}">
      <dsp:nvSpPr>
        <dsp:cNvPr id="0" name=""/>
        <dsp:cNvSpPr/>
      </dsp:nvSpPr>
      <dsp:spPr>
        <a:xfrm>
          <a:off x="0" y="0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Total stocks analyzed: </a:t>
          </a:r>
          <a:r>
            <a:rPr lang="en-GB" sz="1700" b="1" kern="1200"/>
            <a:t>180</a:t>
          </a:r>
          <a:endParaRPr lang="en-US" sz="1700" kern="1200"/>
        </a:p>
      </dsp:txBody>
      <dsp:txXfrm>
        <a:off x="20262" y="20262"/>
        <a:ext cx="5751719" cy="651288"/>
      </dsp:txXfrm>
    </dsp:sp>
    <dsp:sp modelId="{9A279482-FA97-46D3-9A77-9C4D9DACE947}">
      <dsp:nvSpPr>
        <dsp:cNvPr id="0" name=""/>
        <dsp:cNvSpPr/>
      </dsp:nvSpPr>
      <dsp:spPr>
        <a:xfrm>
          <a:off x="549123" y="817597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Stocks that delivered </a:t>
          </a:r>
          <a:r>
            <a:rPr lang="en-GB" sz="1700" b="1" kern="1200"/>
            <a:t>3x or more</a:t>
          </a:r>
          <a:r>
            <a:rPr lang="en-GB" sz="1700" kern="1200"/>
            <a:t> return in 5 years: </a:t>
          </a:r>
          <a:r>
            <a:rPr lang="en-GB" sz="1700" b="1" kern="1200"/>
            <a:t>21</a:t>
          </a:r>
          <a:r>
            <a:rPr lang="en-GB" sz="1700" kern="1200"/>
            <a:t> (11.7%)</a:t>
          </a:r>
          <a:endParaRPr lang="en-US" sz="1700" kern="1200"/>
        </a:p>
      </dsp:txBody>
      <dsp:txXfrm>
        <a:off x="569385" y="837859"/>
        <a:ext cx="5517371" cy="651288"/>
      </dsp:txXfrm>
    </dsp:sp>
    <dsp:sp modelId="{F535F0B5-40CE-41C8-B698-386FB1F5E82E}">
      <dsp:nvSpPr>
        <dsp:cNvPr id="0" name=""/>
        <dsp:cNvSpPr/>
      </dsp:nvSpPr>
      <dsp:spPr>
        <a:xfrm>
          <a:off x="1090050" y="1635194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This is a realistic and healthy imbalance for prediction</a:t>
          </a:r>
          <a:endParaRPr lang="en-US" sz="1700" kern="1200"/>
        </a:p>
      </dsp:txBody>
      <dsp:txXfrm>
        <a:off x="1110312" y="1655456"/>
        <a:ext cx="5525566" cy="651288"/>
      </dsp:txXfrm>
    </dsp:sp>
    <dsp:sp modelId="{5522469A-3B3B-408A-B355-FDD9BE1D9DBC}">
      <dsp:nvSpPr>
        <dsp:cNvPr id="0" name=""/>
        <dsp:cNvSpPr/>
      </dsp:nvSpPr>
      <dsp:spPr>
        <a:xfrm>
          <a:off x="1639174" y="2452791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Key Insight</a:t>
          </a:r>
          <a:r>
            <a:rPr lang="en-GB" sz="1700" kern="1200" dirty="0"/>
            <a:t>: Only a small percentage of stocks become big winners — exactly what we want our model to learn to find.</a:t>
          </a:r>
          <a:endParaRPr lang="en-US" sz="1700" kern="1200" dirty="0"/>
        </a:p>
      </dsp:txBody>
      <dsp:txXfrm>
        <a:off x="1659436" y="2473053"/>
        <a:ext cx="5517371" cy="651288"/>
      </dsp:txXfrm>
    </dsp:sp>
    <dsp:sp modelId="{C0DD1F69-1FED-4834-A710-7A1BD236EB7C}">
      <dsp:nvSpPr>
        <dsp:cNvPr id="0" name=""/>
        <dsp:cNvSpPr/>
      </dsp:nvSpPr>
      <dsp:spPr>
        <a:xfrm>
          <a:off x="6107018" y="529865"/>
          <a:ext cx="449678" cy="449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208196" y="529865"/>
        <a:ext cx="247322" cy="338383"/>
      </dsp:txXfrm>
    </dsp:sp>
    <dsp:sp modelId="{97BF18BD-4E9C-4DB8-BA92-92D1741F86A6}">
      <dsp:nvSpPr>
        <dsp:cNvPr id="0" name=""/>
        <dsp:cNvSpPr/>
      </dsp:nvSpPr>
      <dsp:spPr>
        <a:xfrm>
          <a:off x="6656141" y="1347462"/>
          <a:ext cx="449678" cy="449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757319" y="1347462"/>
        <a:ext cx="247322" cy="338383"/>
      </dsp:txXfrm>
    </dsp:sp>
    <dsp:sp modelId="{2E28E266-93B7-4249-BA6D-FEB82950FBE1}">
      <dsp:nvSpPr>
        <dsp:cNvPr id="0" name=""/>
        <dsp:cNvSpPr/>
      </dsp:nvSpPr>
      <dsp:spPr>
        <a:xfrm>
          <a:off x="7197069" y="2165059"/>
          <a:ext cx="449678" cy="449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298247" y="2165059"/>
        <a:ext cx="247322" cy="3383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98AB14-9F20-41E7-A096-527990A0B214}">
      <dsp:nvSpPr>
        <dsp:cNvPr id="0" name=""/>
        <dsp:cNvSpPr/>
      </dsp:nvSpPr>
      <dsp:spPr>
        <a:xfrm>
          <a:off x="0" y="479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95E800-146D-4172-BACB-F9ACB5C72EF2}">
      <dsp:nvSpPr>
        <dsp:cNvPr id="0" name=""/>
        <dsp:cNvSpPr/>
      </dsp:nvSpPr>
      <dsp:spPr>
        <a:xfrm>
          <a:off x="0" y="479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Created new features to help the model better understand what makes a stock a potential 3x winner:</a:t>
          </a:r>
          <a:endParaRPr lang="en-US" sz="1200" kern="1200" dirty="0"/>
        </a:p>
      </dsp:txBody>
      <dsp:txXfrm>
        <a:off x="0" y="479"/>
        <a:ext cx="8362950" cy="262064"/>
      </dsp:txXfrm>
    </dsp:sp>
    <dsp:sp modelId="{F25AD971-8B90-40D7-861F-3842198F007B}">
      <dsp:nvSpPr>
        <dsp:cNvPr id="0" name=""/>
        <dsp:cNvSpPr/>
      </dsp:nvSpPr>
      <dsp:spPr>
        <a:xfrm>
          <a:off x="0" y="262543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0AA8C7-9C41-46BD-8D54-9BE614FA5D48}">
      <dsp:nvSpPr>
        <dsp:cNvPr id="0" name=""/>
        <dsp:cNvSpPr/>
      </dsp:nvSpPr>
      <dsp:spPr>
        <a:xfrm>
          <a:off x="0" y="262543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Growth Features</a:t>
          </a:r>
          <a:endParaRPr lang="en-US" sz="1200" kern="1200"/>
        </a:p>
      </dsp:txBody>
      <dsp:txXfrm>
        <a:off x="0" y="262543"/>
        <a:ext cx="8362950" cy="262064"/>
      </dsp:txXfrm>
    </dsp:sp>
    <dsp:sp modelId="{A3DBFC90-DB65-414F-B342-3D697C85846C}">
      <dsp:nvSpPr>
        <dsp:cNvPr id="0" name=""/>
        <dsp:cNvSpPr/>
      </dsp:nvSpPr>
      <dsp:spPr>
        <a:xfrm>
          <a:off x="0" y="524607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67648FF-AA61-44BE-B424-80F79B693FEF}">
      <dsp:nvSpPr>
        <dsp:cNvPr id="0" name=""/>
        <dsp:cNvSpPr/>
      </dsp:nvSpPr>
      <dsp:spPr>
        <a:xfrm>
          <a:off x="0" y="524607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revenue_growth_strong: Is revenue growing faster than 20%?</a:t>
          </a:r>
          <a:endParaRPr lang="en-US" sz="1200" kern="1200"/>
        </a:p>
      </dsp:txBody>
      <dsp:txXfrm>
        <a:off x="0" y="524607"/>
        <a:ext cx="8362950" cy="262064"/>
      </dsp:txXfrm>
    </dsp:sp>
    <dsp:sp modelId="{FCB864FC-F0B1-4F67-B65A-16561EEE0C53}">
      <dsp:nvSpPr>
        <dsp:cNvPr id="0" name=""/>
        <dsp:cNvSpPr/>
      </dsp:nvSpPr>
      <dsp:spPr>
        <a:xfrm>
          <a:off x="0" y="786671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DCA41CE-F3C6-43B4-9454-5A1039A82C21}">
      <dsp:nvSpPr>
        <dsp:cNvPr id="0" name=""/>
        <dsp:cNvSpPr/>
      </dsp:nvSpPr>
      <dsp:spPr>
        <a:xfrm>
          <a:off x="0" y="786671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 err="1"/>
            <a:t>earnings_growth_strong</a:t>
          </a:r>
          <a:r>
            <a:rPr lang="en-GB" sz="1200" kern="1200" dirty="0"/>
            <a:t>: Is profit growing faster than 25%?</a:t>
          </a:r>
          <a:endParaRPr lang="en-US" sz="1200" kern="1200" dirty="0"/>
        </a:p>
      </dsp:txBody>
      <dsp:txXfrm>
        <a:off x="0" y="786671"/>
        <a:ext cx="8362950" cy="262064"/>
      </dsp:txXfrm>
    </dsp:sp>
    <dsp:sp modelId="{3121A36E-ECFD-471A-A780-2BAA33A3BBFA}">
      <dsp:nvSpPr>
        <dsp:cNvPr id="0" name=""/>
        <dsp:cNvSpPr/>
      </dsp:nvSpPr>
      <dsp:spPr>
        <a:xfrm>
          <a:off x="0" y="1048735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F21C40A-E8EA-4B57-BB0F-BCB9441A66C8}">
      <dsp:nvSpPr>
        <dsp:cNvPr id="0" name=""/>
        <dsp:cNvSpPr/>
      </dsp:nvSpPr>
      <dsp:spPr>
        <a:xfrm>
          <a:off x="0" y="1048735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growth_score: Combined growth strength</a:t>
          </a:r>
          <a:endParaRPr lang="en-US" sz="1200" kern="1200"/>
        </a:p>
      </dsp:txBody>
      <dsp:txXfrm>
        <a:off x="0" y="1048735"/>
        <a:ext cx="8362950" cy="262064"/>
      </dsp:txXfrm>
    </dsp:sp>
    <dsp:sp modelId="{7602761C-31BC-4E36-8F1E-C0CBBD475E0D}">
      <dsp:nvSpPr>
        <dsp:cNvPr id="0" name=""/>
        <dsp:cNvSpPr/>
      </dsp:nvSpPr>
      <dsp:spPr>
        <a:xfrm>
          <a:off x="0" y="1310799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58E80D-F947-44FF-A491-C27B4B97D9A7}">
      <dsp:nvSpPr>
        <dsp:cNvPr id="0" name=""/>
        <dsp:cNvSpPr/>
      </dsp:nvSpPr>
      <dsp:spPr>
        <a:xfrm>
          <a:off x="0" y="1310799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Valuation Features</a:t>
          </a:r>
          <a:endParaRPr lang="en-US" sz="1200" kern="1200"/>
        </a:p>
      </dsp:txBody>
      <dsp:txXfrm>
        <a:off x="0" y="1310799"/>
        <a:ext cx="8362950" cy="262064"/>
      </dsp:txXfrm>
    </dsp:sp>
    <dsp:sp modelId="{2E5DB081-40D4-43BF-A2C8-BF00D2B1FA9D}">
      <dsp:nvSpPr>
        <dsp:cNvPr id="0" name=""/>
        <dsp:cNvSpPr/>
      </dsp:nvSpPr>
      <dsp:spPr>
        <a:xfrm>
          <a:off x="0" y="1572863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06EB8BD-AEB7-47C9-B63D-C71728882E82}">
      <dsp:nvSpPr>
        <dsp:cNvPr id="0" name=""/>
        <dsp:cNvSpPr/>
      </dsp:nvSpPr>
      <dsp:spPr>
        <a:xfrm>
          <a:off x="0" y="1572863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peg_ratio_clean: Cleaned PEG ratio (lower = better value for growth)</a:t>
          </a:r>
          <a:endParaRPr lang="en-US" sz="1200" kern="1200"/>
        </a:p>
      </dsp:txBody>
      <dsp:txXfrm>
        <a:off x="0" y="1572863"/>
        <a:ext cx="8362950" cy="262064"/>
      </dsp:txXfrm>
    </dsp:sp>
    <dsp:sp modelId="{6606BAF0-B36C-44E5-9903-A968B6349422}">
      <dsp:nvSpPr>
        <dsp:cNvPr id="0" name=""/>
        <dsp:cNvSpPr/>
      </dsp:nvSpPr>
      <dsp:spPr>
        <a:xfrm>
          <a:off x="0" y="1834927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2AF6231-A648-43B2-A098-8D9D8455BCB0}">
      <dsp:nvSpPr>
        <dsp:cNvPr id="0" name=""/>
        <dsp:cNvSpPr/>
      </dsp:nvSpPr>
      <dsp:spPr>
        <a:xfrm>
          <a:off x="0" y="1834927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pe_category: Cheap / Fair / Expensive / Very Expensive</a:t>
          </a:r>
          <a:endParaRPr lang="en-US" sz="1200" kern="1200"/>
        </a:p>
      </dsp:txBody>
      <dsp:txXfrm>
        <a:off x="0" y="1834927"/>
        <a:ext cx="8362950" cy="262064"/>
      </dsp:txXfrm>
    </dsp:sp>
    <dsp:sp modelId="{75B68B43-5BAD-4DCB-8526-224ED32B1F62}">
      <dsp:nvSpPr>
        <dsp:cNvPr id="0" name=""/>
        <dsp:cNvSpPr/>
      </dsp:nvSpPr>
      <dsp:spPr>
        <a:xfrm>
          <a:off x="0" y="2096992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AC78EB1-FFA5-4846-A3E3-2B21E7BE252C}">
      <dsp:nvSpPr>
        <dsp:cNvPr id="0" name=""/>
        <dsp:cNvSpPr/>
      </dsp:nvSpPr>
      <dsp:spPr>
        <a:xfrm>
          <a:off x="0" y="2096992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Quality &amp; Safety Features</a:t>
          </a:r>
          <a:endParaRPr lang="en-US" sz="1200" kern="1200"/>
        </a:p>
      </dsp:txBody>
      <dsp:txXfrm>
        <a:off x="0" y="2096992"/>
        <a:ext cx="8362950" cy="262064"/>
      </dsp:txXfrm>
    </dsp:sp>
    <dsp:sp modelId="{70CBEECD-8D93-452E-ADB8-7B1A5A9CB6DC}">
      <dsp:nvSpPr>
        <dsp:cNvPr id="0" name=""/>
        <dsp:cNvSpPr/>
      </dsp:nvSpPr>
      <dsp:spPr>
        <a:xfrm>
          <a:off x="0" y="2359056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87BC9D-83B1-439B-A4E3-10ECBAB0C62B}">
      <dsp:nvSpPr>
        <dsp:cNvPr id="0" name=""/>
        <dsp:cNvSpPr/>
      </dsp:nvSpPr>
      <dsp:spPr>
        <a:xfrm>
          <a:off x="0" y="2359056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roe_strong: Is the company good at generating profit? (ROE &gt; 15%)</a:t>
          </a:r>
          <a:endParaRPr lang="en-US" sz="1200" kern="1200"/>
        </a:p>
      </dsp:txBody>
      <dsp:txXfrm>
        <a:off x="0" y="2359056"/>
        <a:ext cx="8362950" cy="262064"/>
      </dsp:txXfrm>
    </dsp:sp>
    <dsp:sp modelId="{37917454-B507-48D2-9981-4B9E1C767231}">
      <dsp:nvSpPr>
        <dsp:cNvPr id="0" name=""/>
        <dsp:cNvSpPr/>
      </dsp:nvSpPr>
      <dsp:spPr>
        <a:xfrm>
          <a:off x="0" y="2621120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5BACE27-609E-4900-A6B3-01406F8CF816}">
      <dsp:nvSpPr>
        <dsp:cNvPr id="0" name=""/>
        <dsp:cNvSpPr/>
      </dsp:nvSpPr>
      <dsp:spPr>
        <a:xfrm>
          <a:off x="0" y="2621120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 err="1"/>
            <a:t>low_debt</a:t>
          </a:r>
          <a:r>
            <a:rPr lang="en-GB" sz="1200" kern="1200" dirty="0"/>
            <a:t>: Does the company have low debt?</a:t>
          </a:r>
          <a:endParaRPr lang="en-US" sz="1200" kern="1200" dirty="0"/>
        </a:p>
      </dsp:txBody>
      <dsp:txXfrm>
        <a:off x="0" y="2621120"/>
        <a:ext cx="8362950" cy="262064"/>
      </dsp:txXfrm>
    </dsp:sp>
    <dsp:sp modelId="{D1209ABB-1E5A-4D1C-8580-563D06B969ED}">
      <dsp:nvSpPr>
        <dsp:cNvPr id="0" name=""/>
        <dsp:cNvSpPr/>
      </dsp:nvSpPr>
      <dsp:spPr>
        <a:xfrm>
          <a:off x="0" y="2883184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905965-908F-44DB-8015-09A7AB1E6FB7}">
      <dsp:nvSpPr>
        <dsp:cNvPr id="0" name=""/>
        <dsp:cNvSpPr/>
      </dsp:nvSpPr>
      <dsp:spPr>
        <a:xfrm>
          <a:off x="0" y="2883184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Risk Feature</a:t>
          </a:r>
          <a:endParaRPr lang="en-US" sz="1200" kern="1200"/>
        </a:p>
      </dsp:txBody>
      <dsp:txXfrm>
        <a:off x="0" y="2883184"/>
        <a:ext cx="8362950" cy="262064"/>
      </dsp:txXfrm>
    </dsp:sp>
    <dsp:sp modelId="{6DCDC364-6CFD-45B4-AF78-9F3D357AEE56}">
      <dsp:nvSpPr>
        <dsp:cNvPr id="0" name=""/>
        <dsp:cNvSpPr/>
      </dsp:nvSpPr>
      <dsp:spPr>
        <a:xfrm>
          <a:off x="0" y="3145248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FE23A9F-9022-46EA-9B5D-B23CBF93F710}">
      <dsp:nvSpPr>
        <dsp:cNvPr id="0" name=""/>
        <dsp:cNvSpPr/>
      </dsp:nvSpPr>
      <dsp:spPr>
        <a:xfrm>
          <a:off x="0" y="3145248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beta_category: How volatile is the stock? (Low / Moderate / High / Very High)</a:t>
          </a:r>
          <a:endParaRPr lang="en-US" sz="1200" kern="1200"/>
        </a:p>
      </dsp:txBody>
      <dsp:txXfrm>
        <a:off x="0" y="3145248"/>
        <a:ext cx="8362950" cy="262064"/>
      </dsp:txXfrm>
    </dsp:sp>
    <dsp:sp modelId="{ECB7CB45-A10D-433F-B816-A6D487A27AC3}">
      <dsp:nvSpPr>
        <dsp:cNvPr id="0" name=""/>
        <dsp:cNvSpPr/>
      </dsp:nvSpPr>
      <dsp:spPr>
        <a:xfrm>
          <a:off x="0" y="3407312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3620996-8118-4830-BD9F-6C38CA57C988}">
      <dsp:nvSpPr>
        <dsp:cNvPr id="0" name=""/>
        <dsp:cNvSpPr/>
      </dsp:nvSpPr>
      <dsp:spPr>
        <a:xfrm>
          <a:off x="0" y="3407312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Overall Quality Score</a:t>
          </a:r>
          <a:endParaRPr lang="en-US" sz="1200" kern="1200"/>
        </a:p>
      </dsp:txBody>
      <dsp:txXfrm>
        <a:off x="0" y="3407312"/>
        <a:ext cx="8362950" cy="262064"/>
      </dsp:txXfrm>
    </dsp:sp>
    <dsp:sp modelId="{99C4D454-B50B-4E9A-8B41-70513876D62B}">
      <dsp:nvSpPr>
        <dsp:cNvPr id="0" name=""/>
        <dsp:cNvSpPr/>
      </dsp:nvSpPr>
      <dsp:spPr>
        <a:xfrm>
          <a:off x="0" y="3669376"/>
          <a:ext cx="83629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632B22-05BA-43EF-94E9-60608AE11186}">
      <dsp:nvSpPr>
        <dsp:cNvPr id="0" name=""/>
        <dsp:cNvSpPr/>
      </dsp:nvSpPr>
      <dsp:spPr>
        <a:xfrm>
          <a:off x="0" y="3669376"/>
          <a:ext cx="8362950" cy="26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quality_score: A custom score combining profitability, low debt, strong growth, and good valuation</a:t>
          </a:r>
          <a:endParaRPr lang="en-US" sz="1200" kern="1200"/>
        </a:p>
      </dsp:txBody>
      <dsp:txXfrm>
        <a:off x="0" y="3669376"/>
        <a:ext cx="8362950" cy="262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35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15BC-9840-641D-C198-C58097419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2DA502-6427-2D7A-0002-44AA65322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375E4-6172-6080-16B9-DFB871BE1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E4FB9-E45B-D305-B159-49F791D62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97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3466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169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8279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1460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423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7027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32438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2770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3617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2423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9474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12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09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320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IRONHACK · DATA SCIENCE &amp; ML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High-Growth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Selector &amp; Advisor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3–4× Returns in 4–5 Years for a $30–50k Portfolio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·  </a:t>
            </a:r>
            <a:r>
              <a:rPr lang="en-US" sz="1200" dirty="0" err="1">
                <a:solidFill>
                  <a:srgbClr val="8E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</a:t>
            </a:r>
            <a:r>
              <a:rPr lang="en-US" sz="1200" dirty="0">
                <a:solidFill>
                  <a:srgbClr val="8E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Bootcamp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8E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Dr. Arjola ARAPI-GJINI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stocks with the highest probability of delivering 3–4× returns over 4–5 years.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0040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investing  $30–50k with explainable, data-driven recommendations.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12648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 + regression + a GenAI RAG advisor — a full end-to-end product.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1920240"/>
            <a:ext cx="274320" cy="0"/>
          </a:xfrm>
          <a:prstGeom prst="line">
            <a:avLst/>
          </a:prstGeom>
          <a:noFill/>
          <a:ln w="25400">
            <a:solidFill>
              <a:srgbClr val="8EAC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1463040" cy="14630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194560" y="1234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1920240"/>
            <a:ext cx="274320" cy="0"/>
          </a:xfrm>
          <a:prstGeom prst="line">
            <a:avLst/>
          </a:prstGeom>
          <a:noFill/>
          <a:ln w="25400">
            <a:solidFill>
              <a:srgbClr val="8EAC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931920" y="1188720"/>
            <a:ext cx="1463040" cy="146304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931920" y="1234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3192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1920240"/>
            <a:ext cx="274320" cy="0"/>
          </a:xfrm>
          <a:prstGeom prst="line">
            <a:avLst/>
          </a:prstGeom>
          <a:noFill/>
          <a:ln w="25400">
            <a:solidFill>
              <a:srgbClr val="8EAC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669280" y="1188720"/>
            <a:ext cx="1463040" cy="146304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669280" y="1234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1920240"/>
            <a:ext cx="274320" cy="0"/>
          </a:xfrm>
          <a:prstGeom prst="line">
            <a:avLst/>
          </a:prstGeom>
          <a:noFill/>
          <a:ln w="25400">
            <a:solidFill>
              <a:srgbClr val="8EAC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406640" y="1188720"/>
            <a:ext cx="146304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406640" y="1234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0664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+ Kaggle datasets; 200–500 US stocks; prices &amp; fundamentals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0" y="28346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rates, momentum, volatility, sector dummies, CAGR labels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31920" y="28346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heatmaps, return distributions, interactive Tableau dashboard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28346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classification 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06640" y="28346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(Lightweight  RAG)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DE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Source: yfinance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Historical prices (daily) — 10–20 yr history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Fundamentals: P/E, EPS, revenue growth, ROE, D/E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Income statement, balance sheet, cash flow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Analyst recommendations &amp; company info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Free — no API key needed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Sources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(Price-Volume, S&amp;P 500, News Sentiment)  •  Finnhub (backup)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0624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57276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year forward return — label stocks that actually delivered 3× or more between  2020–2025.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00600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Universe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456432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100–120 S&amp;P 500 stocks  →  solid baseline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high-potential seeds  →  tech, biotech, AI, semiconductors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~200 tickers  →  balanced dataset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276010-8078-9E73-7DFB-F3986417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en-DE" sz="2800" b="1" dirty="0">
                <a:solidFill>
                  <a:srgbClr val="FFFFFF"/>
                </a:solidFill>
                <a:latin typeface="+mn-lt"/>
              </a:rPr>
              <a:t>02</a:t>
            </a:r>
            <a:r>
              <a:rPr lang="en-DE" sz="2800" b="1" dirty="0">
                <a:solidFill>
                  <a:srgbClr val="FFFFFF"/>
                </a:solidFill>
                <a:latin typeface="+mn-lt"/>
                <a:ea typeface="Calibri" pitchFamily="34" charset="-122"/>
                <a:cs typeface="Calibri" pitchFamily="34" charset="-120"/>
              </a:rPr>
              <a:t>.</a:t>
            </a:r>
            <a:r>
              <a:rPr lang="en-DE" sz="2800" b="1" dirty="0">
                <a:solidFill>
                  <a:srgbClr val="FFFFFF"/>
                </a:solidFill>
                <a:latin typeface="+mn-lt"/>
              </a:rPr>
              <a:t> EDA and Feature Engineering</a:t>
            </a:r>
            <a:endParaRPr lang="en-GB" sz="2800" b="1" dirty="0">
              <a:solidFill>
                <a:srgbClr val="FFFFFF"/>
              </a:solidFill>
              <a:latin typeface="+mn-lt"/>
            </a:endParaRPr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DCF54806-8B99-0803-6DB8-9F68E0FAB0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489473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8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903B5-1B19-EC74-0C0F-008F41F8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en-DE" sz="3000">
                <a:solidFill>
                  <a:srgbClr val="FFFFFF"/>
                </a:solidFill>
              </a:rPr>
              <a:t>High Growth Stock Summary</a:t>
            </a:r>
            <a:endParaRPr lang="en-GB" sz="3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D69BFF-48B9-4EA3-2B10-A0F4FF8D4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74543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9043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6012"/>
            <a:ext cx="85725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— 5-Year Return</a:t>
            </a:r>
            <a:endParaRPr lang="en-US" sz="16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685033"/>
              </p:ext>
            </p:extLst>
          </p:nvPr>
        </p:nvGraphicFramePr>
        <p:xfrm>
          <a:off x="274320" y="160020"/>
          <a:ext cx="8427719" cy="4921752"/>
        </p:xfrm>
        <a:graphic>
          <a:graphicData uri="http://schemas.openxmlformats.org/drawingml/2006/table">
            <a:tbl>
              <a:tblPr/>
              <a:tblGrid>
                <a:gridCol w="58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9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19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 Return (×)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Corporation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12.04×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Lumentum Holdings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8.93×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 SpaceMobile,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8.61×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 Services,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5.29×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SMCI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Micro Computer,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5.14×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EchoStar Corporation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Services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3.97×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NRG Energy,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Marathon Petroleum Corporation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McKesson Corporation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STLD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Dynamics,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Materials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5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IBKR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Brokers Group,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Services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Valero Energy Corporation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Coherent Corp.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Caterpillar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EQT Corporation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 Hughes Company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Eaton Corporation plc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W.W. Grainger,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Diamondback Energy,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Goldman Sachs Group, Inc.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Services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37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AABB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Bank of New York Mellon Corporation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Services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2.02×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77502E-25EA-2D6E-202A-1ABF93883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90625"/>
            <a:ext cx="8178799" cy="3762248"/>
          </a:xfrm>
          <a:prstGeom prst="rect">
            <a:avLst/>
          </a:prstGeom>
          <a:ln>
            <a:noFill/>
          </a:ln>
        </p:spPr>
      </p:pic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08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3603A-E731-DF8B-F385-3C01326C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79640"/>
            <a:ext cx="2571750" cy="12893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 1 – Distribution of 5 Year Return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531D469-476D-CE08-9E7A-28F4B7A5468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73202" y="2105406"/>
            <a:ext cx="2571750" cy="25580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Most stocks had moderate returns </a:t>
            </a:r>
          </a:p>
          <a:p>
            <a:pPr marL="0" marR="0" lvl="0" indent="-228600" defTabSz="9144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Clear threshold at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3x return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(200%+) </a:t>
            </a:r>
          </a:p>
          <a:p>
            <a:pPr marL="0" marR="0" lvl="0" indent="-228600" defTabSz="9144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Long tail on the right = few stocks had extremely high returns 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626B8F5-7146-655E-ABE7-C90C1F4C7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952" y="223267"/>
            <a:ext cx="5900560" cy="444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1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EED18-C04D-5C48-A22A-B451B5B5E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D6CDB1-334E-0474-FA83-E39E8E9D291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E73F1F-1C76-4FBB-7943-0036552AC240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2 — High-Growth Rates (%) by Sector</a:t>
            </a:r>
            <a:endParaRPr lang="en-US" sz="2800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7587F5E5-94B6-F538-0A79-1F785FEE4367}"/>
              </a:ext>
            </a:extLst>
          </p:cNvPr>
          <p:cNvGraphicFramePr/>
          <p:nvPr/>
        </p:nvGraphicFramePr>
        <p:xfrm>
          <a:off x="274320" y="1005840"/>
          <a:ext cx="8595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25674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1CE019D-1024-737E-C434-81478FD9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391" r="9091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95ADF-CDCB-C27C-5EF7-1385269B1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r>
              <a:rPr lang="en-GB" sz="3100" b="1" dirty="0"/>
              <a:t>Feature Engineering – What </a:t>
            </a:r>
            <a:r>
              <a:rPr lang="en-DE" sz="3100" b="1" dirty="0"/>
              <a:t> Was </a:t>
            </a:r>
            <a:r>
              <a:rPr lang="en-GB" sz="3100" b="1" dirty="0"/>
              <a:t>Created</a:t>
            </a:r>
            <a:r>
              <a:rPr lang="en-DE" sz="3100" b="1" dirty="0"/>
              <a:t>?</a:t>
            </a:r>
            <a:br>
              <a:rPr lang="en-GB" sz="3100" b="1" dirty="0"/>
            </a:br>
            <a:endParaRPr lang="en-GB" sz="31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133339-E328-01D4-6961-0CDE6D90F6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343153"/>
              </p:ext>
            </p:extLst>
          </p:nvPr>
        </p:nvGraphicFramePr>
        <p:xfrm>
          <a:off x="628650" y="1013460"/>
          <a:ext cx="8362950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2124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0"/>
            <a:ext cx="3909949" cy="5162271"/>
            <a:chOff x="-19217" y="-1"/>
            <a:chExt cx="5213267" cy="68830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25406D-C39A-4A4E-7F3B-245577EDC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04" y="190442"/>
            <a:ext cx="2776935" cy="1212152"/>
          </a:xfrm>
        </p:spPr>
        <p:txBody>
          <a:bodyPr anchor="b">
            <a:normAutofit/>
          </a:bodyPr>
          <a:lstStyle/>
          <a:p>
            <a:r>
              <a:rPr lang="en-GB" sz="2400" dirty="0">
                <a:solidFill>
                  <a:srgbClr val="FFFFFF"/>
                </a:solidFill>
              </a:rPr>
              <a:t>Most Important Features - Correlations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3CA6683-2008-CC01-F6F4-D0609F577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05" y="1519659"/>
            <a:ext cx="3505934" cy="3244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>
                <a:solidFill>
                  <a:srgbClr val="FFFFFF"/>
                </a:solidFill>
              </a:rPr>
              <a:t>Top 5 features correlated with </a:t>
            </a:r>
            <a:r>
              <a:rPr lang="en-GB" sz="1400" dirty="0" err="1">
                <a:solidFill>
                  <a:srgbClr val="FFFFFF"/>
                </a:solidFill>
              </a:rPr>
              <a:t>high_growth</a:t>
            </a:r>
            <a:r>
              <a:rPr lang="en-GB" sz="1400" dirty="0">
                <a:solidFill>
                  <a:srgbClr val="FFFFFF"/>
                </a:solidFill>
              </a:rPr>
              <a:t>:</a:t>
            </a:r>
          </a:p>
          <a:p>
            <a:r>
              <a:rPr lang="en-GB" sz="1400" b="1" dirty="0" err="1">
                <a:solidFill>
                  <a:srgbClr val="FFFFFF"/>
                </a:solidFill>
              </a:rPr>
              <a:t>revenue_growth</a:t>
            </a:r>
            <a:r>
              <a:rPr lang="en-GB" sz="1400" dirty="0">
                <a:solidFill>
                  <a:srgbClr val="FFFFFF"/>
                </a:solidFill>
              </a:rPr>
              <a:t> → </a:t>
            </a:r>
            <a:r>
              <a:rPr lang="en-GB" sz="1400" b="1" dirty="0">
                <a:solidFill>
                  <a:srgbClr val="FFFFFF"/>
                </a:solidFill>
              </a:rPr>
              <a:t>0.21</a:t>
            </a:r>
            <a:r>
              <a:rPr lang="en-GB" sz="1400" dirty="0">
                <a:solidFill>
                  <a:srgbClr val="FFFFFF"/>
                </a:solidFill>
              </a:rPr>
              <a:t> (weak positive)</a:t>
            </a:r>
          </a:p>
          <a:p>
            <a:r>
              <a:rPr lang="en-GB" sz="1400" b="1" dirty="0" err="1">
                <a:solidFill>
                  <a:srgbClr val="FFFFFF"/>
                </a:solidFill>
              </a:rPr>
              <a:t>log_market_cap</a:t>
            </a:r>
            <a:r>
              <a:rPr lang="en-GB" sz="1400" dirty="0">
                <a:solidFill>
                  <a:srgbClr val="FFFFFF"/>
                </a:solidFill>
              </a:rPr>
              <a:t> → </a:t>
            </a:r>
            <a:r>
              <a:rPr lang="en-GB" sz="1400" b="1" dirty="0">
                <a:solidFill>
                  <a:srgbClr val="FFFFFF"/>
                </a:solidFill>
              </a:rPr>
              <a:t>0.19</a:t>
            </a:r>
            <a:r>
              <a:rPr lang="en-GB" sz="1400" dirty="0">
                <a:solidFill>
                  <a:srgbClr val="FFFFFF"/>
                </a:solidFill>
              </a:rPr>
              <a:t> (larger companies slightly better)</a:t>
            </a:r>
          </a:p>
          <a:p>
            <a:r>
              <a:rPr lang="en-GB" sz="1400" b="1" dirty="0" err="1">
                <a:solidFill>
                  <a:srgbClr val="FFFFFF"/>
                </a:solidFill>
              </a:rPr>
              <a:t>roe_strong</a:t>
            </a:r>
            <a:r>
              <a:rPr lang="en-GB" sz="1400" dirty="0">
                <a:solidFill>
                  <a:srgbClr val="FFFFFF"/>
                </a:solidFill>
              </a:rPr>
              <a:t> → </a:t>
            </a:r>
            <a:r>
              <a:rPr lang="en-GB" sz="1400" b="1" dirty="0">
                <a:solidFill>
                  <a:srgbClr val="FFFFFF"/>
                </a:solidFill>
              </a:rPr>
              <a:t>0.18</a:t>
            </a:r>
            <a:endParaRPr lang="en-GB" sz="1400" dirty="0">
              <a:solidFill>
                <a:srgbClr val="FFFFFF"/>
              </a:solidFill>
            </a:endParaRPr>
          </a:p>
          <a:p>
            <a:r>
              <a:rPr lang="en-GB" sz="1400" b="1" dirty="0" err="1">
                <a:solidFill>
                  <a:srgbClr val="FFFFFF"/>
                </a:solidFill>
              </a:rPr>
              <a:t>growth_score</a:t>
            </a:r>
            <a:r>
              <a:rPr lang="en-GB" sz="1400" dirty="0">
                <a:solidFill>
                  <a:srgbClr val="FFFFFF"/>
                </a:solidFill>
              </a:rPr>
              <a:t> → </a:t>
            </a:r>
            <a:r>
              <a:rPr lang="en-GB" sz="1400" b="1" dirty="0">
                <a:solidFill>
                  <a:srgbClr val="FFFFFF"/>
                </a:solidFill>
              </a:rPr>
              <a:t>0.18</a:t>
            </a:r>
            <a:endParaRPr lang="en-GB" sz="1400" dirty="0">
              <a:solidFill>
                <a:srgbClr val="FFFFFF"/>
              </a:solidFill>
            </a:endParaRPr>
          </a:p>
          <a:p>
            <a:r>
              <a:rPr lang="en-GB" sz="1400" b="1" dirty="0">
                <a:solidFill>
                  <a:srgbClr val="FFFFFF"/>
                </a:solidFill>
              </a:rPr>
              <a:t>beta</a:t>
            </a:r>
            <a:r>
              <a:rPr lang="en-GB" sz="1400" dirty="0">
                <a:solidFill>
                  <a:srgbClr val="FFFFFF"/>
                </a:solidFill>
              </a:rPr>
              <a:t> → </a:t>
            </a:r>
            <a:r>
              <a:rPr lang="en-GB" sz="1400" b="1" dirty="0">
                <a:solidFill>
                  <a:srgbClr val="FFFFFF"/>
                </a:solidFill>
              </a:rPr>
              <a:t>0.17</a:t>
            </a:r>
            <a:r>
              <a:rPr lang="en-GB" sz="1400" dirty="0">
                <a:solidFill>
                  <a:srgbClr val="FFFFFF"/>
                </a:solidFill>
              </a:rPr>
              <a:t> (higher volatility associated with high returns)</a:t>
            </a:r>
          </a:p>
          <a:p>
            <a:endParaRPr lang="en-GB" sz="14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2CABA0-4027-8644-83D9-77F1A5DA6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58" y="288562"/>
            <a:ext cx="4786863" cy="447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58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36543-5860-2A8B-C5B0-6BA62DAC3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DE">
                <a:solidFill>
                  <a:srgbClr val="FFFFFF"/>
                </a:solidFill>
              </a:rPr>
              <a:t>Insights from EDA and Feature Engineering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3E87B5ED-3922-197A-A499-89849B8E9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r>
              <a:rPr lang="en-GB" sz="1600" dirty="0"/>
              <a:t>The features showed only weak to moderate correlations with high-growth stocks (highest being 0.21 for </a:t>
            </a:r>
            <a:r>
              <a:rPr lang="en-GB" sz="1600" dirty="0" err="1"/>
              <a:t>revenue_growth</a:t>
            </a:r>
            <a:r>
              <a:rPr lang="en-DE" sz="1600" dirty="0"/>
              <a:t> – stocks in new and exciting industries like AI, Biotech)</a:t>
            </a:r>
            <a:endParaRPr lang="en-GB" sz="1600" dirty="0"/>
          </a:p>
          <a:p>
            <a:r>
              <a:rPr lang="en-GB" sz="1600" dirty="0"/>
              <a:t>This reflects the well-known difficulty of predicting stock returns</a:t>
            </a:r>
            <a:r>
              <a:rPr lang="en-DE" sz="1600" dirty="0"/>
              <a:t>!</a:t>
            </a:r>
            <a:endParaRPr lang="en-GB" sz="1600" dirty="0"/>
          </a:p>
          <a:p>
            <a:r>
              <a:rPr lang="en-GB" sz="1600" dirty="0"/>
              <a:t>Nevertheless, EDA was still able to identify some useful patterns, particularly around revenue growth, company size, return on equity, and high-beta stocks (stocks with high volatility compared to the overall market, e.g. S</a:t>
            </a:r>
            <a:r>
              <a:rPr lang="en-DE" sz="1600" dirty="0"/>
              <a:t>&amp;P 500).</a:t>
            </a:r>
          </a:p>
          <a:p>
            <a:r>
              <a:rPr lang="en-DE" sz="1600" dirty="0"/>
              <a:t>Saved final engineered dataset (175 stocks and 18 features) for machine learning.</a:t>
            </a:r>
          </a:p>
          <a:p>
            <a:r>
              <a:rPr lang="en-DE" sz="1600" dirty="0"/>
              <a:t>Model learns: Based on fundamentals, which stocks are more likely to be in the </a:t>
            </a:r>
            <a:r>
              <a:rPr lang="en-DE" sz="1600" dirty="0" err="1"/>
              <a:t>high_return</a:t>
            </a:r>
            <a:r>
              <a:rPr lang="en-DE" sz="1600" dirty="0"/>
              <a:t> group?</a:t>
            </a:r>
            <a:endParaRPr lang="en-GB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449110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GB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Machine Learning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Classification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Will this stock 3× in 5 years?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Models: XGBoost · LightGBM · Random Forest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00837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Metric: Precision/Recall for high-growth class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DE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extremely rare, positive class  and strong class imbalance.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33856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743200" cy="41148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0040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</a:t>
            </a:r>
            <a:r>
              <a:rPr lang="en-DE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stocks by probability of  extreme performance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DE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using the best performing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230" y="2178557"/>
            <a:ext cx="2415540" cy="598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r>
              <a:rPr lang="en-DE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 top 10 high growth stocks and rank accordingly</a:t>
            </a: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656332"/>
            <a:ext cx="2468880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DE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Investment Performance Style metrics: How many real high- growth stocks are in the top 10 predicted list?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7124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303020"/>
            <a:ext cx="2743200" cy="3543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74320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12648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DE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DE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Testing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6364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DE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-N Equal-Weigh Back test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026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DE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Predictions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43306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r>
              <a:rPr lang="en-DE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Simulate Buy Top-10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712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r>
              <a:rPr lang="en-DE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Compute Return Proxy</a:t>
            </a:r>
            <a:endParaRPr lang="en-US" sz="12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CA7B5CC4-F3E9-381B-F2DD-F5FC9F1C6794}"/>
              </a:ext>
            </a:extLst>
          </p:cNvPr>
          <p:cNvSpPr/>
          <p:nvPr/>
        </p:nvSpPr>
        <p:spPr>
          <a:xfrm>
            <a:off x="6217920" y="307238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DE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Random Strategy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74637-456E-24ED-359A-5F0BD6F88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DE" sz="3100">
                <a:solidFill>
                  <a:srgbClr val="FFFFFF"/>
                </a:solidFill>
              </a:rPr>
              <a:t>Approach and Methodology</a:t>
            </a:r>
            <a:endParaRPr lang="en-GB" sz="3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18C78-2F01-18BE-D21B-88C3BCE1D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 b="1"/>
              <a:t> Data Pipeline</a:t>
            </a:r>
          </a:p>
          <a:p>
            <a:r>
              <a:rPr lang="en-GB" sz="1900"/>
              <a:t>Feature selection (financial + valuation metrics) </a:t>
            </a:r>
          </a:p>
          <a:p>
            <a:r>
              <a:rPr lang="en-GB" sz="1900"/>
              <a:t>Missing value imputation (median / most frequent) </a:t>
            </a:r>
          </a:p>
          <a:p>
            <a:r>
              <a:rPr lang="en-GB" sz="1900"/>
              <a:t>One-hot encoding for categorical variables </a:t>
            </a:r>
          </a:p>
          <a:p>
            <a:r>
              <a:rPr lang="en-GB" sz="1900"/>
              <a:t>Train-test split (75% / 25%, stratified) </a:t>
            </a:r>
          </a:p>
          <a:p>
            <a:pPr marL="0" indent="0">
              <a:buNone/>
            </a:pPr>
            <a:endParaRPr lang="en-DE" sz="1900" b="1"/>
          </a:p>
          <a:p>
            <a:pPr marL="0" indent="0">
              <a:buNone/>
            </a:pPr>
            <a:r>
              <a:rPr lang="en-GB" sz="1900" b="1"/>
              <a:t>Models Tested</a:t>
            </a:r>
          </a:p>
          <a:p>
            <a:r>
              <a:rPr lang="en-GB" sz="1900"/>
              <a:t>Random Forest </a:t>
            </a:r>
          </a:p>
          <a:p>
            <a:r>
              <a:rPr lang="en-GB" sz="1900" err="1"/>
              <a:t>XGBoost</a:t>
            </a:r>
            <a:r>
              <a:rPr lang="en-GB" sz="1900"/>
              <a:t> </a:t>
            </a:r>
          </a:p>
          <a:p>
            <a:r>
              <a:rPr lang="en-GB" sz="1900" err="1"/>
              <a:t>LightGBM</a:t>
            </a:r>
            <a:r>
              <a:rPr lang="en-GB" sz="1900"/>
              <a:t> </a:t>
            </a:r>
          </a:p>
          <a:p>
            <a:endParaRPr lang="en-GB" sz="1900"/>
          </a:p>
        </p:txBody>
      </p:sp>
    </p:spTree>
    <p:extLst>
      <p:ext uri="{BB962C8B-B14F-4D97-AF65-F5344CB8AC3E}">
        <p14:creationId xmlns:p14="http://schemas.microsoft.com/office/powerpoint/2010/main" val="1590324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5EA88-B286-797C-E908-3CDC85E3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836192"/>
            <a:ext cx="3466164" cy="10205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Performance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416BE-9C37-A11B-2B10-1BAE63D4FB89}"/>
              </a:ext>
            </a:extLst>
          </p:cNvPr>
          <p:cNvSpPr txBox="1"/>
          <p:nvPr/>
        </p:nvSpPr>
        <p:spPr>
          <a:xfrm>
            <a:off x="459486" y="1938043"/>
            <a:ext cx="3466164" cy="2369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Key Observations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Random Forest has highest AUC (best ranking ability)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LightGBM</a:t>
            </a:r>
            <a:r>
              <a:rPr lang="en-US" sz="1400" dirty="0"/>
              <a:t> finds some positive cases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XGBoost</a:t>
            </a:r>
            <a:r>
              <a:rPr lang="en-US" sz="1400" dirty="0"/>
              <a:t> and RF perform weakly at classification threshold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61BFA09-4F03-63CC-F41D-0CE1450A2B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8438975"/>
              </p:ext>
            </p:extLst>
          </p:nvPr>
        </p:nvGraphicFramePr>
        <p:xfrm>
          <a:off x="4268445" y="836192"/>
          <a:ext cx="4378335" cy="347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88185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C4619-9E2E-8921-F264-A39D522D0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DE">
                <a:solidFill>
                  <a:srgbClr val="FFFFFF"/>
                </a:solidFill>
              </a:rPr>
              <a:t>Why classical evaluation metrics maybe misleading?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D1C39-679E-FD21-7CAA-426466325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300" b="1" dirty="0"/>
              <a:t>Core Issue: Extreme Class Imbalance</a:t>
            </a:r>
          </a:p>
          <a:p>
            <a:r>
              <a:rPr lang="en-GB" sz="1300" dirty="0"/>
              <a:t>Only 21 positive samples </a:t>
            </a:r>
          </a:p>
          <a:p>
            <a:r>
              <a:rPr lang="en-GB" sz="1300" dirty="0"/>
              <a:t>Standard threshold = 0.5 is too strict </a:t>
            </a:r>
          </a:p>
          <a:p>
            <a:pPr marL="0" indent="0">
              <a:buNone/>
            </a:pPr>
            <a:r>
              <a:rPr lang="en-DE" sz="1300" b="1" dirty="0"/>
              <a:t> </a:t>
            </a:r>
            <a:r>
              <a:rPr lang="en-GB" sz="1300" b="1" dirty="0"/>
              <a:t>Why Precision / Recall fail here</a:t>
            </a:r>
          </a:p>
          <a:p>
            <a:r>
              <a:rPr lang="en-GB" sz="1300" dirty="0"/>
              <a:t>Models predict few positives  </a:t>
            </a:r>
          </a:p>
          <a:p>
            <a:r>
              <a:rPr lang="en-GB" sz="1300" dirty="0"/>
              <a:t>Accuracy becomes misleadingly high </a:t>
            </a:r>
          </a:p>
          <a:p>
            <a:r>
              <a:rPr lang="en-GB" sz="1300" dirty="0"/>
              <a:t>Small dataset → unstable classification metrics </a:t>
            </a:r>
          </a:p>
          <a:p>
            <a:pPr marL="0" indent="0">
              <a:buNone/>
            </a:pPr>
            <a:r>
              <a:rPr lang="en-GB" sz="1300" b="1" dirty="0"/>
              <a:t> Key Insight</a:t>
            </a:r>
          </a:p>
          <a:p>
            <a:r>
              <a:rPr lang="en-GB" sz="1300" dirty="0"/>
              <a:t>Models are NOT failing </a:t>
            </a:r>
            <a:r>
              <a:rPr lang="en-DE" sz="1300" dirty="0"/>
              <a:t>– But could be improved (e.g. Improve feature engineering, larger dataset</a:t>
            </a:r>
            <a:r>
              <a:rPr lang="en-GB" sz="1300" dirty="0"/>
              <a:t>)</a:t>
            </a:r>
          </a:p>
          <a:p>
            <a:r>
              <a:rPr lang="en-GB" sz="1300" dirty="0"/>
              <a:t>They are producing </a:t>
            </a:r>
            <a:r>
              <a:rPr lang="en-GB" sz="1300" b="1" dirty="0"/>
              <a:t>useful probability rankings</a:t>
            </a:r>
            <a:r>
              <a:rPr lang="en-GB" sz="1300" dirty="0"/>
              <a:t> </a:t>
            </a:r>
          </a:p>
          <a:p>
            <a:r>
              <a:rPr lang="en-GB" sz="1300" dirty="0"/>
              <a:t>Problem is </a:t>
            </a:r>
            <a:r>
              <a:rPr lang="en-GB" sz="1300" b="1" dirty="0"/>
              <a:t>evaluation method, not model performance</a:t>
            </a:r>
            <a:r>
              <a:rPr lang="en-GB" sz="1300" dirty="0"/>
              <a:t> </a:t>
            </a:r>
          </a:p>
          <a:p>
            <a:pPr marL="0" indent="0">
              <a:buNone/>
            </a:pPr>
            <a:r>
              <a:rPr lang="en-GB" sz="1300" b="1" dirty="0"/>
              <a:t> With </a:t>
            </a:r>
            <a:r>
              <a:rPr lang="en-GB" sz="1300" b="1" dirty="0" err="1"/>
              <a:t>extremey</a:t>
            </a:r>
            <a:r>
              <a:rPr lang="en-GB" sz="1300" b="1" dirty="0"/>
              <a:t> rare events:</a:t>
            </a:r>
          </a:p>
          <a:p>
            <a:r>
              <a:rPr lang="en-GB" sz="1300" dirty="0"/>
              <a:t>It is a ranking problem, not a classification problem!</a:t>
            </a:r>
          </a:p>
          <a:p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1941893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901E69-97AE-4149-1ED3-D7C3FE430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DE">
                <a:solidFill>
                  <a:srgbClr val="FFFFFF"/>
                </a:solidFill>
              </a:rPr>
              <a:t>Ranking-Based Evaluation – Top 10 Stock Selection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CCB7A-EADA-8881-F93C-43C32150A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b="1" dirty="0"/>
              <a:t>Evaluation Shift: From Classification → Ranking</a:t>
            </a:r>
          </a:p>
          <a:p>
            <a:r>
              <a:rPr lang="en-GB" dirty="0"/>
              <a:t>Due to extreme class imbalance (21 positive cases out of 175 stocks), the problem was reframed as a </a:t>
            </a:r>
            <a:r>
              <a:rPr lang="en-GB" b="1" dirty="0"/>
              <a:t>ranking task instead of binary classification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Methodology</a:t>
            </a:r>
          </a:p>
          <a:p>
            <a:r>
              <a:rPr lang="en-GB" dirty="0"/>
              <a:t>Model outputs probability of high growth </a:t>
            </a:r>
          </a:p>
          <a:p>
            <a:r>
              <a:rPr lang="en-GB" dirty="0"/>
              <a:t>Stocks ranked by predicted probability </a:t>
            </a:r>
          </a:p>
          <a:p>
            <a:r>
              <a:rPr lang="en-GB" dirty="0"/>
              <a:t>Evaluation focused on </a:t>
            </a:r>
            <a:r>
              <a:rPr lang="en-GB" b="1" dirty="0"/>
              <a:t>Top-10 highest-ranked stocks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7597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473511" y="36787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14745-57C2-6C6B-4661-F398DEB40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221" y="359619"/>
            <a:ext cx="4094129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Results 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2B0D5-CF2B-4BCE-D70E-2E690243FC24}"/>
              </a:ext>
            </a:extLst>
          </p:cNvPr>
          <p:cNvSpPr txBox="1"/>
          <p:nvPr/>
        </p:nvSpPr>
        <p:spPr>
          <a:xfrm>
            <a:off x="4421221" y="1488332"/>
            <a:ext cx="4094129" cy="3144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Interpretation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The model successfully identified </a:t>
            </a:r>
            <a:r>
              <a:rPr lang="en-US" sz="1700" b="1"/>
              <a:t>2 true high-growth stocks in its top 10 predictions</a:t>
            </a:r>
            <a:r>
              <a:rPr lang="en-US" sz="1700"/>
              <a:t>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This indicates </a:t>
            </a:r>
            <a:r>
              <a:rPr lang="en-US" sz="1700" b="1"/>
              <a:t>non-random structure learning in ranking space</a:t>
            </a:r>
            <a:r>
              <a:rPr lang="en-US" sz="1700"/>
              <a:t>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Performance exceeds naive expectation from random selection (~1.2 hits)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In stock prediction, a small edge over random is often more valuable than high accuracy!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CBC8EB-65F7-1104-3207-C64BC4601D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7258192"/>
              </p:ext>
            </p:extLst>
          </p:nvPr>
        </p:nvGraphicFramePr>
        <p:xfrm>
          <a:off x="527386" y="1141445"/>
          <a:ext cx="3583037" cy="2733302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2446372">
                  <a:extLst>
                    <a:ext uri="{9D8B030D-6E8A-4147-A177-3AD203B41FA5}">
                      <a16:colId xmlns:a16="http://schemas.microsoft.com/office/drawing/2014/main" val="148852573"/>
                    </a:ext>
                  </a:extLst>
                </a:gridCol>
                <a:gridCol w="1136665">
                  <a:extLst>
                    <a:ext uri="{9D8B030D-6E8A-4147-A177-3AD203B41FA5}">
                      <a16:colId xmlns:a16="http://schemas.microsoft.com/office/drawing/2014/main" val="260501292"/>
                    </a:ext>
                  </a:extLst>
                </a:gridCol>
              </a:tblGrid>
              <a:tr h="456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0" cap="none" spc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125410" marR="96469" marT="96469" marB="964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0" cap="none" spc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125410" marR="96469" marT="96469" marB="964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000386"/>
                  </a:ext>
                </a:extLst>
              </a:tr>
              <a:tr h="456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Total Stocks Evaluated</a:t>
                      </a:r>
                    </a:p>
                  </a:txBody>
                  <a:tcPr marL="125410" marR="96469" marT="96469" marB="964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175</a:t>
                      </a:r>
                    </a:p>
                  </a:txBody>
                  <a:tcPr marL="125410" marR="96469" marT="96469" marB="9646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449754"/>
                  </a:ext>
                </a:extLst>
              </a:tr>
              <a:tr h="68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True High-Growth Stocks in Dataset</a:t>
                      </a:r>
                    </a:p>
                  </a:txBody>
                  <a:tcPr marL="125410" marR="96469" marT="96469" marB="9646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125410" marR="96469" marT="96469" marB="9646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107245"/>
                  </a:ext>
                </a:extLst>
              </a:tr>
              <a:tr h="456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Model Top-10 Selection</a:t>
                      </a:r>
                    </a:p>
                  </a:txBody>
                  <a:tcPr marL="125410" marR="96469" marT="96469" marB="964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10 stocks</a:t>
                      </a:r>
                    </a:p>
                  </a:txBody>
                  <a:tcPr marL="125410" marR="96469" marT="96469" marB="9646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111265"/>
                  </a:ext>
                </a:extLst>
              </a:tr>
              <a:tr h="68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cap="none" spc="0">
                          <a:solidFill>
                            <a:schemeClr val="tx1"/>
                          </a:solidFill>
                        </a:rPr>
                        <a:t>Correct High-Growth Stocks in Top 10</a:t>
                      </a:r>
                    </a:p>
                  </a:txBody>
                  <a:tcPr marL="125410" marR="96469" marT="96469" marB="9646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2 stocks</a:t>
                      </a:r>
                      <a:endParaRPr lang="en-GB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5410" marR="96469" marT="96469" marB="9646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284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586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4E2AC-E4ED-40E5-42E5-2DF1BF25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Backtesting Results (Strategy Validation)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39547-4006-3B7A-D946-1A5BD3EE2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b="1" dirty="0" err="1"/>
              <a:t>Backtesting</a:t>
            </a:r>
            <a:r>
              <a:rPr lang="en-GB" b="1" dirty="0"/>
              <a:t> Objective</a:t>
            </a:r>
          </a:p>
          <a:p>
            <a:r>
              <a:rPr lang="en-GB" dirty="0"/>
              <a:t>To evaluate whether the model can function as a </a:t>
            </a:r>
            <a:r>
              <a:rPr lang="en-GB" b="1" dirty="0"/>
              <a:t>portfolio selection strategy</a:t>
            </a:r>
            <a:r>
              <a:rPr lang="en-GB" dirty="0"/>
              <a:t>, rather than a pure classifier.</a:t>
            </a:r>
          </a:p>
          <a:p>
            <a:pPr marL="0" indent="0">
              <a:buNone/>
            </a:pPr>
            <a:r>
              <a:rPr lang="en-GB" b="1" dirty="0"/>
              <a:t>Simulated Strategy</a:t>
            </a:r>
          </a:p>
          <a:p>
            <a:r>
              <a:rPr lang="en-GB" dirty="0"/>
              <a:t>Rank all stocks by predicted probability of high growth </a:t>
            </a:r>
          </a:p>
          <a:p>
            <a:r>
              <a:rPr lang="en-GB" dirty="0"/>
              <a:t>Construct an equal-weight portfolio of </a:t>
            </a:r>
            <a:r>
              <a:rPr lang="en-GB" b="1" dirty="0"/>
              <a:t>Top 10 stocks</a:t>
            </a:r>
            <a:r>
              <a:rPr lang="en-GB" dirty="0"/>
              <a:t> </a:t>
            </a:r>
          </a:p>
          <a:p>
            <a:r>
              <a:rPr lang="en-GB" dirty="0"/>
              <a:t>Evaluate against actual high-growth outcomes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282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473511" y="36787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C574A-0CE8-4F55-BF41-FF59DB5E0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708" y="202594"/>
            <a:ext cx="4094129" cy="99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Backtest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DDFDF-D7D5-BAF8-B346-65D59D9A5913}"/>
              </a:ext>
            </a:extLst>
          </p:cNvPr>
          <p:cNvSpPr txBox="1"/>
          <p:nvPr/>
        </p:nvSpPr>
        <p:spPr>
          <a:xfrm>
            <a:off x="4158113" y="1196766"/>
            <a:ext cx="4277724" cy="3428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Key Insight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model-based portfolio </a:t>
            </a:r>
            <a:r>
              <a:rPr lang="en-US" sz="1300" b="1" dirty="0"/>
              <a:t>outperforms random selection</a:t>
            </a:r>
            <a:r>
              <a:rPr lang="en-US" sz="1300" dirty="0"/>
              <a:t>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Demonstrates </a:t>
            </a:r>
            <a:r>
              <a:rPr lang="en-US" sz="1300" b="1" dirty="0"/>
              <a:t>predictive lift in extreme-return identification</a:t>
            </a:r>
            <a:r>
              <a:rPr lang="en-US" sz="1300" dirty="0"/>
              <a:t>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Suggests usefulness as a </a:t>
            </a:r>
            <a:r>
              <a:rPr lang="en-US" sz="1300" b="1" dirty="0"/>
              <a:t>decision-support ranking system</a:t>
            </a:r>
            <a:r>
              <a:rPr lang="en-US" sz="1300" dirty="0"/>
              <a:t>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300" dirty="0"/>
            </a:br>
            <a:endParaRPr lang="en-US" sz="13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300" b="1" dirty="0"/>
              <a:t>Limitations of </a:t>
            </a:r>
            <a:r>
              <a:rPr lang="en-US" sz="1300" b="1" dirty="0" err="1"/>
              <a:t>Backtest</a:t>
            </a:r>
            <a:endParaRPr lang="en-US" sz="13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No price simulation (labels used as proxy for returns)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No time-series or holding-period modeling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Small dataset limits statistical robustness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93082F-CBA4-5850-4117-B5B07C4912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8031919"/>
              </p:ext>
            </p:extLst>
          </p:nvPr>
        </p:nvGraphicFramePr>
        <p:xfrm>
          <a:off x="198784" y="567289"/>
          <a:ext cx="3763590" cy="3017424"/>
        </p:xfrm>
        <a:graphic>
          <a:graphicData uri="http://schemas.openxmlformats.org/drawingml/2006/table">
            <a:tbl>
              <a:tblPr/>
              <a:tblGrid>
                <a:gridCol w="1604032">
                  <a:extLst>
                    <a:ext uri="{9D8B030D-6E8A-4147-A177-3AD203B41FA5}">
                      <a16:colId xmlns:a16="http://schemas.microsoft.com/office/drawing/2014/main" val="55993758"/>
                    </a:ext>
                  </a:extLst>
                </a:gridCol>
                <a:gridCol w="1285188">
                  <a:extLst>
                    <a:ext uri="{9D8B030D-6E8A-4147-A177-3AD203B41FA5}">
                      <a16:colId xmlns:a16="http://schemas.microsoft.com/office/drawing/2014/main" val="3524972236"/>
                    </a:ext>
                  </a:extLst>
                </a:gridCol>
                <a:gridCol w="874370">
                  <a:extLst>
                    <a:ext uri="{9D8B030D-6E8A-4147-A177-3AD203B41FA5}">
                      <a16:colId xmlns:a16="http://schemas.microsoft.com/office/drawing/2014/main" val="2663400639"/>
                    </a:ext>
                  </a:extLst>
                </a:gridCol>
              </a:tblGrid>
              <a:tr h="1295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Strategy</a:t>
                      </a:r>
                    </a:p>
                  </a:txBody>
                  <a:tcPr marL="84059" marR="84059" marT="42030" marB="42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True High-Growth Stocks in Top 10</a:t>
                      </a:r>
                    </a:p>
                  </a:txBody>
                  <a:tcPr marL="84059" marR="84059" marT="42030" marB="42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Hit Rate</a:t>
                      </a:r>
                    </a:p>
                  </a:txBody>
                  <a:tcPr marL="84059" marR="84059" marT="42030" marB="42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632898"/>
                  </a:ext>
                </a:extLst>
              </a:tr>
              <a:tr h="715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Model-Based Ranking</a:t>
                      </a:r>
                    </a:p>
                  </a:txBody>
                  <a:tcPr marL="84059" marR="84059" marT="42030" marB="42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2 / 10</a:t>
                      </a:r>
                      <a:endParaRPr lang="en-GB" sz="1200"/>
                    </a:p>
                  </a:txBody>
                  <a:tcPr marL="84059" marR="84059" marT="42030" marB="42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20%</a:t>
                      </a:r>
                      <a:endParaRPr lang="en-GB" sz="1200"/>
                    </a:p>
                  </a:txBody>
                  <a:tcPr marL="84059" marR="84059" marT="42030" marB="42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422734"/>
                  </a:ext>
                </a:extLst>
              </a:tr>
              <a:tr h="1005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Random Selection (Baseline)</a:t>
                      </a:r>
                    </a:p>
                  </a:txBody>
                  <a:tcPr marL="84059" marR="84059" marT="42030" marB="42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~1.2 / 10</a:t>
                      </a:r>
                    </a:p>
                  </a:txBody>
                  <a:tcPr marL="84059" marR="84059" marT="42030" marB="42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~12%</a:t>
                      </a:r>
                    </a:p>
                  </a:txBody>
                  <a:tcPr marL="84059" marR="84059" marT="42030" marB="42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146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330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7FE8A9-187C-63EB-F8B9-BA3D4759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482600"/>
            <a:ext cx="8408193" cy="5586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Feature Importance Analysis (Model Interpretability)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93EB1B-BC82-18B9-0674-D7471BF15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340" y="1256420"/>
            <a:ext cx="6526113" cy="388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88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Generative AI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828800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280160"/>
            <a:ext cx="1828800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651760" y="1280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(FAISS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182880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0" y="1280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1554480" cy="1280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315200" y="12801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1920240"/>
            <a:ext cx="548640" cy="0"/>
          </a:xfrm>
          <a:prstGeom prst="line">
            <a:avLst/>
          </a:prstGeom>
          <a:noFill/>
          <a:ln w="254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480560" y="1920240"/>
            <a:ext cx="548640" cy="0"/>
          </a:xfrm>
          <a:prstGeom prst="line">
            <a:avLst/>
          </a:prstGeom>
          <a:noFill/>
          <a:ln w="254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858000" y="1920240"/>
            <a:ext cx="548640" cy="0"/>
          </a:xfrm>
          <a:prstGeom prst="line">
            <a:avLst/>
          </a:prstGeom>
          <a:noFill/>
          <a:ln w="254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859536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" y="2944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i="1" dirty="0">
              <a:solidFill>
                <a:srgbClr val="90E0E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</a:t>
            </a:r>
            <a:r>
              <a:rPr lang="en-GB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whether this stock  (name of stock) is a strong candidate for long-term high growth (3x return)?</a:t>
            </a: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295E8-F1DC-F56A-F4F0-157168C6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GenAI-Enhanced Stock Analysis (RAG System)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E8BB1-548A-072E-13C4-4FBA3DE45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026" y="381000"/>
            <a:ext cx="5756763" cy="460248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GB" sz="1400" b="1" dirty="0"/>
              <a:t>System Overview</a:t>
            </a:r>
          </a:p>
          <a:p>
            <a:r>
              <a:rPr lang="en-GB" sz="1400" dirty="0"/>
              <a:t>Machine learning model predicts </a:t>
            </a:r>
            <a:r>
              <a:rPr lang="en-GB" sz="1400" b="1" dirty="0"/>
              <a:t>probability of high-growth stocks</a:t>
            </a:r>
            <a:r>
              <a:rPr lang="en-GB" sz="1400" dirty="0"/>
              <a:t> </a:t>
            </a:r>
          </a:p>
          <a:p>
            <a:r>
              <a:rPr lang="en-GB" sz="1400" dirty="0"/>
              <a:t>Structured financial data (fundamentals) is retrieved </a:t>
            </a:r>
          </a:p>
          <a:p>
            <a:r>
              <a:rPr lang="en-GB" sz="1400" dirty="0"/>
              <a:t>A Large Language Model (LLM) generates </a:t>
            </a:r>
            <a:r>
              <a:rPr lang="en-GB" sz="1400" b="1" dirty="0"/>
              <a:t>human-readable explanations</a:t>
            </a: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Stock Data → ML Model → Probability Score</a:t>
            </a:r>
          </a:p>
          <a:p>
            <a:r>
              <a:rPr lang="en-GB" sz="1400" dirty="0"/>
              <a:t>                          ↓</a:t>
            </a:r>
          </a:p>
          <a:p>
            <a:r>
              <a:rPr lang="en-GB" sz="1400" dirty="0"/>
              <a:t>                Knowledge Base (features + predictions)</a:t>
            </a:r>
          </a:p>
          <a:p>
            <a:r>
              <a:rPr lang="en-GB" sz="1400" dirty="0"/>
              <a:t>                          ↓</a:t>
            </a:r>
          </a:p>
          <a:p>
            <a:r>
              <a:rPr lang="en-GB" sz="1400" dirty="0"/>
              <a:t>                GenAI (LLM explanation)</a:t>
            </a:r>
          </a:p>
          <a:p>
            <a:r>
              <a:rPr lang="en-GB" sz="1400" dirty="0"/>
              <a:t>                          ↓</a:t>
            </a:r>
          </a:p>
          <a:p>
            <a:r>
              <a:rPr lang="en-GB" sz="1400" dirty="0"/>
              <a:t>                Interpretable investment insight</a:t>
            </a:r>
          </a:p>
          <a:p>
            <a:pPr marL="0" indent="0">
              <a:buNone/>
            </a:pPr>
            <a:r>
              <a:rPr lang="en-GB" sz="1400" b="1" dirty="0"/>
              <a:t>Key Contribution</a:t>
            </a:r>
          </a:p>
          <a:p>
            <a:r>
              <a:rPr lang="en-GB" sz="1400" dirty="0"/>
              <a:t>Transforms </a:t>
            </a:r>
            <a:r>
              <a:rPr lang="en-GB" sz="1400" b="1" dirty="0"/>
              <a:t>black-box predictions</a:t>
            </a:r>
            <a:r>
              <a:rPr lang="en-GB" sz="1400" dirty="0"/>
              <a:t> into </a:t>
            </a:r>
            <a:r>
              <a:rPr lang="en-GB" sz="1400" b="1" dirty="0"/>
              <a:t>explainable insights</a:t>
            </a:r>
            <a:r>
              <a:rPr lang="en-GB" sz="1400" dirty="0"/>
              <a:t> </a:t>
            </a:r>
          </a:p>
          <a:p>
            <a:r>
              <a:rPr lang="en-GB" sz="1400" dirty="0"/>
              <a:t>Bridges </a:t>
            </a:r>
            <a:r>
              <a:rPr lang="en-GB" sz="1400" b="1" dirty="0"/>
              <a:t>quantitative </a:t>
            </a:r>
            <a:r>
              <a:rPr lang="en-GB" sz="1400" b="1" dirty="0" err="1"/>
              <a:t>modeling</a:t>
            </a:r>
            <a:r>
              <a:rPr lang="en-GB" sz="1400" dirty="0"/>
              <a:t> and </a:t>
            </a:r>
            <a:r>
              <a:rPr lang="en-GB" sz="1400" b="1" dirty="0"/>
              <a:t>qualitative financial reasoning</a:t>
            </a:r>
            <a:r>
              <a:rPr lang="en-GB" sz="1400" dirty="0"/>
              <a:t> </a:t>
            </a:r>
          </a:p>
          <a:p>
            <a:r>
              <a:rPr lang="en-GB" sz="1400" dirty="0"/>
              <a:t>Enables </a:t>
            </a:r>
            <a:r>
              <a:rPr lang="en-GB" sz="1400" b="1" dirty="0"/>
              <a:t>decision-support for investors</a:t>
            </a:r>
            <a:endParaRPr lang="en-GB" sz="1400" dirty="0"/>
          </a:p>
          <a:p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009656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3219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125451" cy="51435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0953D1-F170-D98B-E971-B283D0F8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443508"/>
            <a:ext cx="2400300" cy="418921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Example: GenAI Stock Analysis Output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F72932-B4D2-342B-1628-770243AC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3530" y="239316"/>
            <a:ext cx="5824331" cy="4955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1000" b="1" dirty="0"/>
          </a:p>
          <a:p>
            <a:pPr marL="0" indent="0">
              <a:buNone/>
            </a:pPr>
            <a:r>
              <a:rPr lang="en-GB" sz="1100" b="1" dirty="0"/>
              <a:t>Task: </a:t>
            </a:r>
          </a:p>
          <a:p>
            <a:pPr marL="0" indent="0">
              <a:buNone/>
            </a:pPr>
            <a:r>
              <a:rPr lang="en-GB" sz="1100" b="1" dirty="0"/>
              <a:t>Explain whether this stock  (name of stock) is a strong candidate for long-term high growth (3x return)?</a:t>
            </a:r>
          </a:p>
          <a:p>
            <a:pPr marL="0" indent="0">
              <a:buNone/>
            </a:pPr>
            <a:r>
              <a:rPr lang="en-GB" sz="1100" b="1" dirty="0"/>
              <a:t>Input (Model + Data)</a:t>
            </a:r>
          </a:p>
          <a:p>
            <a:r>
              <a:rPr lang="en-GB" sz="1100" b="1" dirty="0"/>
              <a:t>Probability of High Growth:</a:t>
            </a:r>
            <a:r>
              <a:rPr lang="en-GB" sz="1100" dirty="0"/>
              <a:t> 11% </a:t>
            </a:r>
          </a:p>
          <a:p>
            <a:r>
              <a:rPr lang="en-GB" sz="1100" b="1" dirty="0"/>
              <a:t>Market Cap:</a:t>
            </a:r>
            <a:r>
              <a:rPr lang="en-GB" sz="1100" dirty="0"/>
              <a:t> $27.9B </a:t>
            </a:r>
          </a:p>
          <a:p>
            <a:r>
              <a:rPr lang="en-GB" sz="1100" b="1" dirty="0"/>
              <a:t>Revenue Growth:</a:t>
            </a:r>
            <a:r>
              <a:rPr lang="en-GB" sz="1100" dirty="0"/>
              <a:t> 11.4% </a:t>
            </a:r>
          </a:p>
          <a:p>
            <a:r>
              <a:rPr lang="en-GB" sz="1100" b="1" dirty="0"/>
              <a:t>Forward P/E:</a:t>
            </a:r>
            <a:r>
              <a:rPr lang="en-GB" sz="1100" dirty="0"/>
              <a:t> 9.9 </a:t>
            </a:r>
          </a:p>
          <a:p>
            <a:r>
              <a:rPr lang="en-GB" sz="1100" b="1" dirty="0"/>
              <a:t>Beta:</a:t>
            </a:r>
            <a:r>
              <a:rPr lang="en-GB" sz="1100" dirty="0"/>
              <a:t> 1.33 </a:t>
            </a:r>
          </a:p>
          <a:p>
            <a:r>
              <a:rPr lang="en-GB" sz="1100" b="1" dirty="0"/>
              <a:t>Debt-to-Equity:</a:t>
            </a:r>
            <a:r>
              <a:rPr lang="en-GB" sz="1100" dirty="0"/>
              <a:t> 254.7</a:t>
            </a:r>
          </a:p>
          <a:p>
            <a:r>
              <a:rPr lang="en-GB" sz="1100" b="1" dirty="0"/>
              <a:t>🤖 GenAI Output (Generated Insight)</a:t>
            </a:r>
          </a:p>
          <a:p>
            <a:r>
              <a:rPr lang="en-GB" sz="1100" dirty="0"/>
              <a:t>“An 11% probability for high growth is relatively low, suggesting limited expectation of a 3× return.”</a:t>
            </a:r>
          </a:p>
          <a:p>
            <a:r>
              <a:rPr lang="en-GB" sz="1100" dirty="0"/>
              <a:t>“Revenue growth is healthy but not sufficient for aggressive upside; typically &gt;20% is needed for high-growth outcomes.”</a:t>
            </a:r>
          </a:p>
          <a:p>
            <a:r>
              <a:rPr lang="en-GB" sz="1100" dirty="0"/>
              <a:t>“Exceptionally high leverage increases financial risk and limits flexibility.”</a:t>
            </a:r>
          </a:p>
          <a:p>
            <a:r>
              <a:rPr lang="en-GB" sz="1100" dirty="0"/>
              <a:t>“Large-cap size reduces the likelihood of exponential appreciation.”</a:t>
            </a:r>
          </a:p>
          <a:p>
            <a:r>
              <a:rPr lang="en-GB" sz="1100" b="1" dirty="0"/>
              <a:t>🧾 Final Conclusion</a:t>
            </a:r>
          </a:p>
          <a:p>
            <a:r>
              <a:rPr lang="en-GB" sz="1100" dirty="0"/>
              <a:t>“This stock is not a strong candidate for long-term high growth (3× return). It reflects a high-risk, value-oriented profile rather than explosive growth potential.”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032950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7ADFE-69D7-B05D-D718-55A40FC3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11480"/>
            <a:ext cx="2700645" cy="4073652"/>
          </a:xfrm>
        </p:spPr>
        <p:txBody>
          <a:bodyPr>
            <a:normAutofit/>
          </a:bodyPr>
          <a:lstStyle/>
          <a:p>
            <a:r>
              <a:rPr lang="en-GB" sz="4100"/>
              <a:t>Next Steps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07987" y="2444036"/>
            <a:ext cx="3360420" cy="13716"/>
          </a:xfrm>
          <a:custGeom>
            <a:avLst/>
            <a:gdLst>
              <a:gd name="csX0" fmla="*/ 0 w 3360420"/>
              <a:gd name="csY0" fmla="*/ 0 h 13716"/>
              <a:gd name="csX1" fmla="*/ 638480 w 3360420"/>
              <a:gd name="csY1" fmla="*/ 0 h 13716"/>
              <a:gd name="csX2" fmla="*/ 1310564 w 3360420"/>
              <a:gd name="csY2" fmla="*/ 0 h 13716"/>
              <a:gd name="csX3" fmla="*/ 2016252 w 3360420"/>
              <a:gd name="csY3" fmla="*/ 0 h 13716"/>
              <a:gd name="csX4" fmla="*/ 2721940 w 3360420"/>
              <a:gd name="csY4" fmla="*/ 0 h 13716"/>
              <a:gd name="csX5" fmla="*/ 3360420 w 3360420"/>
              <a:gd name="csY5" fmla="*/ 0 h 13716"/>
              <a:gd name="csX6" fmla="*/ 3360420 w 3360420"/>
              <a:gd name="csY6" fmla="*/ 13716 h 13716"/>
              <a:gd name="csX7" fmla="*/ 2621128 w 3360420"/>
              <a:gd name="csY7" fmla="*/ 13716 h 13716"/>
              <a:gd name="csX8" fmla="*/ 1881835 w 3360420"/>
              <a:gd name="csY8" fmla="*/ 13716 h 13716"/>
              <a:gd name="csX9" fmla="*/ 1209751 w 3360420"/>
              <a:gd name="csY9" fmla="*/ 13716 h 13716"/>
              <a:gd name="csX10" fmla="*/ 0 w 3360420"/>
              <a:gd name="csY10" fmla="*/ 13716 h 13716"/>
              <a:gd name="csX11" fmla="*/ 0 w 3360420"/>
              <a:gd name="csY11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60420" h="13716" fill="none" extrusionOk="0">
                <a:moveTo>
                  <a:pt x="0" y="0"/>
                </a:moveTo>
                <a:cubicBezTo>
                  <a:pt x="173390" y="25775"/>
                  <a:pt x="488191" y="-28129"/>
                  <a:pt x="638480" y="0"/>
                </a:cubicBezTo>
                <a:cubicBezTo>
                  <a:pt x="788769" y="28129"/>
                  <a:pt x="1174965" y="-28957"/>
                  <a:pt x="1310564" y="0"/>
                </a:cubicBezTo>
                <a:cubicBezTo>
                  <a:pt x="1446163" y="28957"/>
                  <a:pt x="1725466" y="-34787"/>
                  <a:pt x="2016252" y="0"/>
                </a:cubicBezTo>
                <a:cubicBezTo>
                  <a:pt x="2307038" y="34787"/>
                  <a:pt x="2437945" y="-15142"/>
                  <a:pt x="2721940" y="0"/>
                </a:cubicBezTo>
                <a:cubicBezTo>
                  <a:pt x="3005935" y="15142"/>
                  <a:pt x="3141795" y="-10480"/>
                  <a:pt x="3360420" y="0"/>
                </a:cubicBezTo>
                <a:cubicBezTo>
                  <a:pt x="3359940" y="2989"/>
                  <a:pt x="3359779" y="10166"/>
                  <a:pt x="3360420" y="13716"/>
                </a:cubicBezTo>
                <a:cubicBezTo>
                  <a:pt x="3047302" y="-18841"/>
                  <a:pt x="2960325" y="10240"/>
                  <a:pt x="2621128" y="13716"/>
                </a:cubicBezTo>
                <a:cubicBezTo>
                  <a:pt x="2281931" y="17192"/>
                  <a:pt x="2176842" y="26844"/>
                  <a:pt x="1881835" y="13716"/>
                </a:cubicBezTo>
                <a:cubicBezTo>
                  <a:pt x="1586828" y="588"/>
                  <a:pt x="1449984" y="-8996"/>
                  <a:pt x="1209751" y="13716"/>
                </a:cubicBezTo>
                <a:cubicBezTo>
                  <a:pt x="969518" y="36428"/>
                  <a:pt x="318488" y="55902"/>
                  <a:pt x="0" y="13716"/>
                </a:cubicBezTo>
                <a:cubicBezTo>
                  <a:pt x="182" y="9317"/>
                  <a:pt x="482" y="5285"/>
                  <a:pt x="0" y="0"/>
                </a:cubicBezTo>
                <a:close/>
              </a:path>
              <a:path w="3360420" h="13716" stroke="0" extrusionOk="0">
                <a:moveTo>
                  <a:pt x="0" y="0"/>
                </a:moveTo>
                <a:cubicBezTo>
                  <a:pt x="152211" y="-10113"/>
                  <a:pt x="493092" y="-25529"/>
                  <a:pt x="638480" y="0"/>
                </a:cubicBezTo>
                <a:cubicBezTo>
                  <a:pt x="783868" y="25529"/>
                  <a:pt x="1051824" y="-19092"/>
                  <a:pt x="1209751" y="0"/>
                </a:cubicBezTo>
                <a:cubicBezTo>
                  <a:pt x="1367678" y="19092"/>
                  <a:pt x="1729599" y="16071"/>
                  <a:pt x="1949044" y="0"/>
                </a:cubicBezTo>
                <a:cubicBezTo>
                  <a:pt x="2168489" y="-16071"/>
                  <a:pt x="2323758" y="-4710"/>
                  <a:pt x="2587523" y="0"/>
                </a:cubicBezTo>
                <a:cubicBezTo>
                  <a:pt x="2851288" y="4710"/>
                  <a:pt x="3195571" y="-8175"/>
                  <a:pt x="3360420" y="0"/>
                </a:cubicBezTo>
                <a:cubicBezTo>
                  <a:pt x="3359928" y="2764"/>
                  <a:pt x="3360118" y="8747"/>
                  <a:pt x="3360420" y="13716"/>
                </a:cubicBezTo>
                <a:cubicBezTo>
                  <a:pt x="3025528" y="-15604"/>
                  <a:pt x="2845368" y="35037"/>
                  <a:pt x="2688336" y="13716"/>
                </a:cubicBezTo>
                <a:cubicBezTo>
                  <a:pt x="2531304" y="-7605"/>
                  <a:pt x="2279760" y="-9642"/>
                  <a:pt x="1949044" y="13716"/>
                </a:cubicBezTo>
                <a:cubicBezTo>
                  <a:pt x="1618328" y="37074"/>
                  <a:pt x="1624903" y="7505"/>
                  <a:pt x="1377772" y="13716"/>
                </a:cubicBezTo>
                <a:cubicBezTo>
                  <a:pt x="1130641" y="19927"/>
                  <a:pt x="973925" y="-19083"/>
                  <a:pt x="705688" y="13716"/>
                </a:cubicBezTo>
                <a:cubicBezTo>
                  <a:pt x="437451" y="46515"/>
                  <a:pt x="236989" y="-13738"/>
                  <a:pt x="0" y="13716"/>
                </a:cubicBezTo>
                <a:cubicBezTo>
                  <a:pt x="614" y="9981"/>
                  <a:pt x="600" y="54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68D621-45C5-6AD4-742C-6DF33896AC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4813" y="414068"/>
            <a:ext cx="4668251" cy="40736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Connect to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live market data APIs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(e.g. Yahoo Finance) to replace static dataset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Scale model to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larger stock universe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(e.g. S&amp;P 500 or global equities)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Upgrade RAG using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vector database + embeddings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richer financial retrieval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 GenAI layer with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better prompts and scenario-based explanations (bull/base/bear)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Deploy as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application (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interactive stock analysis and demo use </a:t>
            </a:r>
          </a:p>
        </p:txBody>
      </p:sp>
    </p:spTree>
    <p:extLst>
      <p:ext uri="{BB962C8B-B14F-4D97-AF65-F5344CB8AC3E}">
        <p14:creationId xmlns:p14="http://schemas.microsoft.com/office/powerpoint/2010/main" val="2304191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Reality Check — Responsible Investing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217" y="106222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80561" y="1024890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4650" y="1052985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3–4× in 5 years is RARE — most stocks underperform. The ML models will flag very few candidates!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82880" y="1901952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79070" y="1884426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1020" y="1936242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performance ≠ future results. Markets are noisy; this is an educational model, not financial advice.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6010" y="2849880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16010" y="2894457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3210" y="29037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 include disclaimers. Strong README: 'This is an educational project. Not financial advice.'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914400" y="2286000"/>
            <a:ext cx="4114800" cy="4114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High-Growth Stock Selector &amp; Advisor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· Data Science &amp; Machine Learning · Final 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3886200"/>
            <a:ext cx="365760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4320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3074</TotalTime>
  <Words>2034</Words>
  <Application>Microsoft Office PowerPoint</Application>
  <PresentationFormat>On-screen Show (16:9)</PresentationFormat>
  <Paragraphs>382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02. EDA and Feature Engineering</vt:lpstr>
      <vt:lpstr>High Growth Stock Summary</vt:lpstr>
      <vt:lpstr>PowerPoint Presentation</vt:lpstr>
      <vt:lpstr>PowerPoint Presentation</vt:lpstr>
      <vt:lpstr>Visual 1 – Distribution of 5 Year Return</vt:lpstr>
      <vt:lpstr>PowerPoint Presentation</vt:lpstr>
      <vt:lpstr>Feature Engineering – What  Was Created? </vt:lpstr>
      <vt:lpstr>Most Important Features - Correlations</vt:lpstr>
      <vt:lpstr>Insights from EDA and Feature Engineering</vt:lpstr>
      <vt:lpstr>PowerPoint Presentation</vt:lpstr>
      <vt:lpstr>Approach and Methodology</vt:lpstr>
      <vt:lpstr>Model Performance Results</vt:lpstr>
      <vt:lpstr>Why classical evaluation metrics maybe misleading?</vt:lpstr>
      <vt:lpstr>Ranking-Based Evaluation – Top 10 Stock Selection</vt:lpstr>
      <vt:lpstr>Key Results </vt:lpstr>
      <vt:lpstr>Backtesting Results (Strategy Validation)</vt:lpstr>
      <vt:lpstr>Backtest</vt:lpstr>
      <vt:lpstr>Feature Importance Analysis (Model Interpretability)</vt:lpstr>
      <vt:lpstr>PowerPoint Presentation</vt:lpstr>
      <vt:lpstr>GenAI-Enhanced Stock Analysis (RAG System)</vt:lpstr>
      <vt:lpstr>Example: GenAI Stock Analysis Output</vt:lpstr>
      <vt:lpstr>Next Steps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High-Growth Stock Selector</dc:title>
  <dc:subject>PptxGenJS Presentation</dc:subject>
  <dc:creator>PptxGenJS</dc:creator>
  <cp:lastModifiedBy>Arjola Arapi-Gjini</cp:lastModifiedBy>
  <cp:revision>1</cp:revision>
  <dcterms:created xsi:type="dcterms:W3CDTF">2026-04-14T07:20:56Z</dcterms:created>
  <dcterms:modified xsi:type="dcterms:W3CDTF">2026-04-17T12:16:35Z</dcterms:modified>
</cp:coreProperties>
</file>